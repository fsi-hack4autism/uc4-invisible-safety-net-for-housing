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4" r:id="rId3"/>
    <p:sldId id="257" r:id="rId4"/>
    <p:sldId id="265" r:id="rId5"/>
    <p:sldId id="258" r:id="rId6"/>
    <p:sldId id="259" r:id="rId7"/>
    <p:sldId id="266" r:id="rId8"/>
    <p:sldId id="267" r:id="rId9"/>
    <p:sldId id="260" r:id="rId10"/>
    <p:sldId id="261" r:id="rId11"/>
    <p:sldId id="262" r:id="rId12"/>
    <p:sldId id="263"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8C6335-2E34-424D-BA61-6C3548AFDFED}" v="31" dt="2026-05-21T20:32:06.2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80" autoAdjust="0"/>
  </p:normalViewPr>
  <p:slideViewPr>
    <p:cSldViewPr snapToGrid="0" snapToObjects="1">
      <p:cViewPr>
        <p:scale>
          <a:sx n="88" d="100"/>
          <a:sy n="88" d="100"/>
        </p:scale>
        <p:origin x="44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as O'Neil" userId="78f44e54-9855-4a1c-aaeb-c7b2e080d402" providerId="ADAL" clId="{0144DA6D-9861-4AE0-AFDC-7684EC07EF28}"/>
    <pc:docChg chg="undo custSel addSld delSld modSld">
      <pc:chgData name="Nicholas O'Neil" userId="78f44e54-9855-4a1c-aaeb-c7b2e080d402" providerId="ADAL" clId="{0144DA6D-9861-4AE0-AFDC-7684EC07EF28}" dt="2026-05-21T20:33:57.123" v="1221" actId="14100"/>
      <pc:docMkLst>
        <pc:docMk/>
      </pc:docMkLst>
      <pc:sldChg chg="addSp delSp modSp mod modNotes modNotesTx">
        <pc:chgData name="Nicholas O'Neil" userId="78f44e54-9855-4a1c-aaeb-c7b2e080d402" providerId="ADAL" clId="{0144DA6D-9861-4AE0-AFDC-7684EC07EF28}" dt="2026-05-21T15:53:00.194" v="648" actId="26606"/>
        <pc:sldMkLst>
          <pc:docMk/>
          <pc:sldMk cId="0" sldId="256"/>
        </pc:sldMkLst>
        <pc:spChg chg="ord">
          <ac:chgData name="Nicholas O'Neil" userId="78f44e54-9855-4a1c-aaeb-c7b2e080d402" providerId="ADAL" clId="{0144DA6D-9861-4AE0-AFDC-7684EC07EF28}" dt="2026-05-21T14:58:11.769" v="54" actId="166"/>
          <ac:spMkLst>
            <pc:docMk/>
            <pc:sldMk cId="0" sldId="256"/>
            <ac:spMk id="7" creationId="{00000000-0000-0000-0000-000000000000}"/>
          </ac:spMkLst>
        </pc:spChg>
        <pc:spChg chg="mod">
          <ac:chgData name="Nicholas O'Neil" userId="78f44e54-9855-4a1c-aaeb-c7b2e080d402" providerId="ADAL" clId="{0144DA6D-9861-4AE0-AFDC-7684EC07EF28}" dt="2026-05-21T15:06:43.038" v="241" actId="1038"/>
          <ac:spMkLst>
            <pc:docMk/>
            <pc:sldMk cId="0" sldId="256"/>
            <ac:spMk id="17" creationId="{00000000-0000-0000-0000-000000000000}"/>
          </ac:spMkLst>
        </pc:spChg>
        <pc:spChg chg="mod">
          <ac:chgData name="Nicholas O'Neil" userId="78f44e54-9855-4a1c-aaeb-c7b2e080d402" providerId="ADAL" clId="{0144DA6D-9861-4AE0-AFDC-7684EC07EF28}" dt="2026-05-21T15:06:43.038" v="241" actId="1038"/>
          <ac:spMkLst>
            <pc:docMk/>
            <pc:sldMk cId="0" sldId="256"/>
            <ac:spMk id="18" creationId="{00000000-0000-0000-0000-000000000000}"/>
          </ac:spMkLst>
        </pc:spChg>
        <pc:spChg chg="mod">
          <ac:chgData name="Nicholas O'Neil" userId="78f44e54-9855-4a1c-aaeb-c7b2e080d402" providerId="ADAL" clId="{0144DA6D-9861-4AE0-AFDC-7684EC07EF28}" dt="2026-05-21T15:06:43.038" v="241" actId="1038"/>
          <ac:spMkLst>
            <pc:docMk/>
            <pc:sldMk cId="0" sldId="256"/>
            <ac:spMk id="19" creationId="{00000000-0000-0000-0000-000000000000}"/>
          </ac:spMkLst>
        </pc:spChg>
        <pc:spChg chg="mod">
          <ac:chgData name="Nicholas O'Neil" userId="78f44e54-9855-4a1c-aaeb-c7b2e080d402" providerId="ADAL" clId="{0144DA6D-9861-4AE0-AFDC-7684EC07EF28}" dt="2026-05-21T15:06:43.038" v="241" actId="1038"/>
          <ac:spMkLst>
            <pc:docMk/>
            <pc:sldMk cId="0" sldId="256"/>
            <ac:spMk id="20" creationId="{00000000-0000-0000-0000-000000000000}"/>
          </ac:spMkLst>
        </pc:spChg>
        <pc:spChg chg="mod">
          <ac:chgData name="Nicholas O'Neil" userId="78f44e54-9855-4a1c-aaeb-c7b2e080d402" providerId="ADAL" clId="{0144DA6D-9861-4AE0-AFDC-7684EC07EF28}" dt="2026-05-21T15:06:43.038" v="241" actId="1038"/>
          <ac:spMkLst>
            <pc:docMk/>
            <pc:sldMk cId="0" sldId="256"/>
            <ac:spMk id="21" creationId="{00000000-0000-0000-0000-000000000000}"/>
          </ac:spMkLst>
        </pc:spChg>
        <pc:spChg chg="add mod">
          <ac:chgData name="Nicholas O'Neil" userId="78f44e54-9855-4a1c-aaeb-c7b2e080d402" providerId="ADAL" clId="{0144DA6D-9861-4AE0-AFDC-7684EC07EF28}" dt="2026-05-21T15:06:43.038" v="241" actId="1038"/>
          <ac:spMkLst>
            <pc:docMk/>
            <pc:sldMk cId="0" sldId="256"/>
            <ac:spMk id="30" creationId="{FCF9D276-5E9B-C1E0-25FD-F1DA2D335126}"/>
          </ac:spMkLst>
        </pc:spChg>
        <pc:picChg chg="add del">
          <ac:chgData name="Nicholas O'Neil" userId="78f44e54-9855-4a1c-aaeb-c7b2e080d402" providerId="ADAL" clId="{0144DA6D-9861-4AE0-AFDC-7684EC07EF28}" dt="2026-05-21T15:05:34.725" v="194" actId="478"/>
          <ac:picMkLst>
            <pc:docMk/>
            <pc:sldMk cId="0" sldId="256"/>
            <ac:picMk id="31" creationId="{46451DF5-F8E0-1F03-D0F2-FA89A6EA9C93}"/>
          </ac:picMkLst>
        </pc:picChg>
        <pc:picChg chg="add mod">
          <ac:chgData name="Nicholas O'Neil" userId="78f44e54-9855-4a1c-aaeb-c7b2e080d402" providerId="ADAL" clId="{0144DA6D-9861-4AE0-AFDC-7684EC07EF28}" dt="2026-05-21T15:33:22.562" v="647" actId="26606"/>
          <ac:picMkLst>
            <pc:docMk/>
            <pc:sldMk cId="0" sldId="256"/>
            <ac:picMk id="33" creationId="{1C4A5BD5-F030-A23B-30E0-624107E9EDA6}"/>
          </ac:picMkLst>
        </pc:picChg>
        <pc:cxnChg chg="mod ord">
          <ac:chgData name="Nicholas O'Neil" userId="78f44e54-9855-4a1c-aaeb-c7b2e080d402" providerId="ADAL" clId="{0144DA6D-9861-4AE0-AFDC-7684EC07EF28}" dt="2026-05-21T14:58:21.828" v="57" actId="14100"/>
          <ac:cxnSpMkLst>
            <pc:docMk/>
            <pc:sldMk cId="0" sldId="256"/>
            <ac:cxnSpMk id="14" creationId="{00000000-0000-0000-0000-000000000000}"/>
          </ac:cxnSpMkLst>
        </pc:cxnChg>
        <pc:cxnChg chg="mod">
          <ac:chgData name="Nicholas O'Neil" userId="78f44e54-9855-4a1c-aaeb-c7b2e080d402" providerId="ADAL" clId="{0144DA6D-9861-4AE0-AFDC-7684EC07EF28}" dt="2026-05-21T14:58:28.713" v="59" actId="14100"/>
          <ac:cxnSpMkLst>
            <pc:docMk/>
            <pc:sldMk cId="0" sldId="256"/>
            <ac:cxnSpMk id="15" creationId="{00000000-0000-0000-0000-000000000000}"/>
          </ac:cxnSpMkLst>
        </pc:cxnChg>
        <pc:cxnChg chg="mod">
          <ac:chgData name="Nicholas O'Neil" userId="78f44e54-9855-4a1c-aaeb-c7b2e080d402" providerId="ADAL" clId="{0144DA6D-9861-4AE0-AFDC-7684EC07EF28}" dt="2026-05-21T14:58:34.284" v="61" actId="14100"/>
          <ac:cxnSpMkLst>
            <pc:docMk/>
            <pc:sldMk cId="0" sldId="256"/>
            <ac:cxnSpMk id="16" creationId="{00000000-0000-0000-0000-000000000000}"/>
          </ac:cxnSpMkLst>
        </pc:cxnChg>
      </pc:sldChg>
      <pc:sldChg chg="modSp mod modNotes modNotesTx">
        <pc:chgData name="Nicholas O'Neil" userId="78f44e54-9855-4a1c-aaeb-c7b2e080d402" providerId="ADAL" clId="{0144DA6D-9861-4AE0-AFDC-7684EC07EF28}" dt="2026-05-21T19:44:12.971" v="1118" actId="20577"/>
        <pc:sldMkLst>
          <pc:docMk/>
          <pc:sldMk cId="0" sldId="257"/>
        </pc:sldMkLst>
        <pc:spChg chg="mod">
          <ac:chgData name="Nicholas O'Neil" userId="78f44e54-9855-4a1c-aaeb-c7b2e080d402" providerId="ADAL" clId="{0144DA6D-9861-4AE0-AFDC-7684EC07EF28}" dt="2026-05-21T14:57:40.370" v="50" actId="1035"/>
          <ac:spMkLst>
            <pc:docMk/>
            <pc:sldMk cId="0" sldId="257"/>
            <ac:spMk id="7" creationId="{00000000-0000-0000-0000-000000000000}"/>
          </ac:spMkLst>
        </pc:spChg>
        <pc:spChg chg="mod">
          <ac:chgData name="Nicholas O'Neil" userId="78f44e54-9855-4a1c-aaeb-c7b2e080d402" providerId="ADAL" clId="{0144DA6D-9861-4AE0-AFDC-7684EC07EF28}" dt="2026-05-21T14:57:40.370" v="50" actId="1035"/>
          <ac:spMkLst>
            <pc:docMk/>
            <pc:sldMk cId="0" sldId="257"/>
            <ac:spMk id="17" creationId="{00000000-0000-0000-0000-000000000000}"/>
          </ac:spMkLst>
        </pc:spChg>
        <pc:spChg chg="mod">
          <ac:chgData name="Nicholas O'Neil" userId="78f44e54-9855-4a1c-aaeb-c7b2e080d402" providerId="ADAL" clId="{0144DA6D-9861-4AE0-AFDC-7684EC07EF28}" dt="2026-05-21T16:10:36.045" v="904" actId="20577"/>
          <ac:spMkLst>
            <pc:docMk/>
            <pc:sldMk cId="0" sldId="257"/>
            <ac:spMk id="25" creationId="{00000000-0000-0000-0000-000000000000}"/>
          </ac:spMkLst>
        </pc:spChg>
        <pc:spChg chg="mod">
          <ac:chgData name="Nicholas O'Neil" userId="78f44e54-9855-4a1c-aaeb-c7b2e080d402" providerId="ADAL" clId="{0144DA6D-9861-4AE0-AFDC-7684EC07EF28}" dt="2026-05-21T15:53:00.194" v="648" actId="26606"/>
          <ac:spMkLst>
            <pc:docMk/>
            <pc:sldMk cId="0" sldId="257"/>
            <ac:spMk id="26" creationId="{00000000-0000-0000-0000-000000000000}"/>
          </ac:spMkLst>
        </pc:spChg>
      </pc:sldChg>
      <pc:sldChg chg="modSp mod modNotes">
        <pc:chgData name="Nicholas O'Neil" userId="78f44e54-9855-4a1c-aaeb-c7b2e080d402" providerId="ADAL" clId="{0144DA6D-9861-4AE0-AFDC-7684EC07EF28}" dt="2026-05-21T15:53:00.194" v="648" actId="26606"/>
        <pc:sldMkLst>
          <pc:docMk/>
          <pc:sldMk cId="0" sldId="258"/>
        </pc:sldMkLst>
        <pc:spChg chg="mod">
          <ac:chgData name="Nicholas O'Neil" userId="78f44e54-9855-4a1c-aaeb-c7b2e080d402" providerId="ADAL" clId="{0144DA6D-9861-4AE0-AFDC-7684EC07EF28}" dt="2026-05-21T15:53:00.194" v="648" actId="26606"/>
          <ac:spMkLst>
            <pc:docMk/>
            <pc:sldMk cId="0" sldId="258"/>
            <ac:spMk id="2" creationId="{00000000-0000-0000-0000-000000000000}"/>
          </ac:spMkLst>
        </pc:spChg>
        <pc:spChg chg="mod">
          <ac:chgData name="Nicholas O'Neil" userId="78f44e54-9855-4a1c-aaeb-c7b2e080d402" providerId="ADAL" clId="{0144DA6D-9861-4AE0-AFDC-7684EC07EF28}" dt="2026-05-21T15:53:00.194" v="648" actId="26606"/>
          <ac:spMkLst>
            <pc:docMk/>
            <pc:sldMk cId="0" sldId="258"/>
            <ac:spMk id="7" creationId="{00000000-0000-0000-0000-000000000000}"/>
          </ac:spMkLst>
        </pc:spChg>
        <pc:spChg chg="mod">
          <ac:chgData name="Nicholas O'Neil" userId="78f44e54-9855-4a1c-aaeb-c7b2e080d402" providerId="ADAL" clId="{0144DA6D-9861-4AE0-AFDC-7684EC07EF28}" dt="2026-05-21T15:53:00.194" v="648" actId="26606"/>
          <ac:spMkLst>
            <pc:docMk/>
            <pc:sldMk cId="0" sldId="258"/>
            <ac:spMk id="12" creationId="{00000000-0000-0000-0000-000000000000}"/>
          </ac:spMkLst>
        </pc:spChg>
        <pc:spChg chg="mod">
          <ac:chgData name="Nicholas O'Neil" userId="78f44e54-9855-4a1c-aaeb-c7b2e080d402" providerId="ADAL" clId="{0144DA6D-9861-4AE0-AFDC-7684EC07EF28}" dt="2026-05-21T15:53:00.194" v="648" actId="26606"/>
          <ac:spMkLst>
            <pc:docMk/>
            <pc:sldMk cId="0" sldId="258"/>
            <ac:spMk id="17" creationId="{00000000-0000-0000-0000-000000000000}"/>
          </ac:spMkLst>
        </pc:spChg>
      </pc:sldChg>
      <pc:sldChg chg="modSp mod modNotes modNotesTx">
        <pc:chgData name="Nicholas O'Neil" userId="78f44e54-9855-4a1c-aaeb-c7b2e080d402" providerId="ADAL" clId="{0144DA6D-9861-4AE0-AFDC-7684EC07EF28}" dt="2026-05-21T19:47:41.962" v="1138" actId="20577"/>
        <pc:sldMkLst>
          <pc:docMk/>
          <pc:sldMk cId="0" sldId="259"/>
        </pc:sldMkLst>
        <pc:spChg chg="mod">
          <ac:chgData name="Nicholas O'Neil" userId="78f44e54-9855-4a1c-aaeb-c7b2e080d402" providerId="ADAL" clId="{0144DA6D-9861-4AE0-AFDC-7684EC07EF28}" dt="2026-05-21T15:53:00.194" v="648" actId="26606"/>
          <ac:spMkLst>
            <pc:docMk/>
            <pc:sldMk cId="0" sldId="259"/>
            <ac:spMk id="5" creationId="{00000000-0000-0000-0000-000000000000}"/>
          </ac:spMkLst>
        </pc:spChg>
        <pc:spChg chg="mod">
          <ac:chgData name="Nicholas O'Neil" userId="78f44e54-9855-4a1c-aaeb-c7b2e080d402" providerId="ADAL" clId="{0144DA6D-9861-4AE0-AFDC-7684EC07EF28}" dt="2026-05-21T15:53:00.194" v="648" actId="26606"/>
          <ac:spMkLst>
            <pc:docMk/>
            <pc:sldMk cId="0" sldId="259"/>
            <ac:spMk id="8" creationId="{00000000-0000-0000-0000-000000000000}"/>
          </ac:spMkLst>
        </pc:spChg>
        <pc:spChg chg="mod">
          <ac:chgData name="Nicholas O'Neil" userId="78f44e54-9855-4a1c-aaeb-c7b2e080d402" providerId="ADAL" clId="{0144DA6D-9861-4AE0-AFDC-7684EC07EF28}" dt="2026-05-21T15:53:00.194" v="648" actId="26606"/>
          <ac:spMkLst>
            <pc:docMk/>
            <pc:sldMk cId="0" sldId="259"/>
            <ac:spMk id="12" creationId="{00000000-0000-0000-0000-000000000000}"/>
          </ac:spMkLst>
        </pc:spChg>
        <pc:spChg chg="mod">
          <ac:chgData name="Nicholas O'Neil" userId="78f44e54-9855-4a1c-aaeb-c7b2e080d402" providerId="ADAL" clId="{0144DA6D-9861-4AE0-AFDC-7684EC07EF28}" dt="2026-05-21T15:53:00.194" v="648" actId="26606"/>
          <ac:spMkLst>
            <pc:docMk/>
            <pc:sldMk cId="0" sldId="259"/>
            <ac:spMk id="21" creationId="{00000000-0000-0000-0000-000000000000}"/>
          </ac:spMkLst>
        </pc:spChg>
        <pc:spChg chg="mod">
          <ac:chgData name="Nicholas O'Neil" userId="78f44e54-9855-4a1c-aaeb-c7b2e080d402" providerId="ADAL" clId="{0144DA6D-9861-4AE0-AFDC-7684EC07EF28}" dt="2026-05-21T15:53:00.194" v="648" actId="26606"/>
          <ac:spMkLst>
            <pc:docMk/>
            <pc:sldMk cId="0" sldId="259"/>
            <ac:spMk id="23" creationId="{00000000-0000-0000-0000-000000000000}"/>
          </ac:spMkLst>
        </pc:spChg>
        <pc:spChg chg="mod">
          <ac:chgData name="Nicholas O'Neil" userId="78f44e54-9855-4a1c-aaeb-c7b2e080d402" providerId="ADAL" clId="{0144DA6D-9861-4AE0-AFDC-7684EC07EF28}" dt="2026-05-21T15:53:00.194" v="648" actId="26606"/>
          <ac:spMkLst>
            <pc:docMk/>
            <pc:sldMk cId="0" sldId="259"/>
            <ac:spMk id="25" creationId="{00000000-0000-0000-0000-000000000000}"/>
          </ac:spMkLst>
        </pc:spChg>
        <pc:spChg chg="mod">
          <ac:chgData name="Nicholas O'Neil" userId="78f44e54-9855-4a1c-aaeb-c7b2e080d402" providerId="ADAL" clId="{0144DA6D-9861-4AE0-AFDC-7684EC07EF28}" dt="2026-05-21T16:20:16.831" v="938" actId="1035"/>
          <ac:spMkLst>
            <pc:docMk/>
            <pc:sldMk cId="0" sldId="259"/>
            <ac:spMk id="27" creationId="{00000000-0000-0000-0000-000000000000}"/>
          </ac:spMkLst>
        </pc:spChg>
        <pc:spChg chg="mod">
          <ac:chgData name="Nicholas O'Neil" userId="78f44e54-9855-4a1c-aaeb-c7b2e080d402" providerId="ADAL" clId="{0144DA6D-9861-4AE0-AFDC-7684EC07EF28}" dt="2026-05-21T15:53:00.194" v="648" actId="26606"/>
          <ac:spMkLst>
            <pc:docMk/>
            <pc:sldMk cId="0" sldId="259"/>
            <ac:spMk id="29" creationId="{00000000-0000-0000-0000-000000000000}"/>
          </ac:spMkLst>
        </pc:spChg>
        <pc:spChg chg="mod">
          <ac:chgData name="Nicholas O'Neil" userId="78f44e54-9855-4a1c-aaeb-c7b2e080d402" providerId="ADAL" clId="{0144DA6D-9861-4AE0-AFDC-7684EC07EF28}" dt="2026-05-21T15:53:00.194" v="648" actId="26606"/>
          <ac:spMkLst>
            <pc:docMk/>
            <pc:sldMk cId="0" sldId="259"/>
            <ac:spMk id="31" creationId="{00000000-0000-0000-0000-000000000000}"/>
          </ac:spMkLst>
        </pc:spChg>
      </pc:sldChg>
      <pc:sldChg chg="delSp modSp mod modNotes">
        <pc:chgData name="Nicholas O'Neil" userId="78f44e54-9855-4a1c-aaeb-c7b2e080d402" providerId="ADAL" clId="{0144DA6D-9861-4AE0-AFDC-7684EC07EF28}" dt="2026-05-21T16:31:10.596" v="940" actId="26606"/>
        <pc:sldMkLst>
          <pc:docMk/>
          <pc:sldMk cId="0" sldId="260"/>
        </pc:sldMkLst>
        <pc:spChg chg="mod">
          <ac:chgData name="Nicholas O'Neil" userId="78f44e54-9855-4a1c-aaeb-c7b2e080d402" providerId="ADAL" clId="{0144DA6D-9861-4AE0-AFDC-7684EC07EF28}" dt="2026-05-21T16:31:10.596" v="940" actId="26606"/>
          <ac:spMkLst>
            <pc:docMk/>
            <pc:sldMk cId="0" sldId="260"/>
            <ac:spMk id="3" creationId="{00000000-0000-0000-0000-000000000000}"/>
          </ac:spMkLst>
        </pc:spChg>
        <pc:spChg chg="mod">
          <ac:chgData name="Nicholas O'Neil" userId="78f44e54-9855-4a1c-aaeb-c7b2e080d402" providerId="ADAL" clId="{0144DA6D-9861-4AE0-AFDC-7684EC07EF28}" dt="2026-05-21T15:53:00.194" v="648" actId="26606"/>
          <ac:spMkLst>
            <pc:docMk/>
            <pc:sldMk cId="0" sldId="260"/>
            <ac:spMk id="5" creationId="{00000000-0000-0000-0000-000000000000}"/>
          </ac:spMkLst>
        </pc:spChg>
        <pc:spChg chg="mod">
          <ac:chgData name="Nicholas O'Neil" userId="78f44e54-9855-4a1c-aaeb-c7b2e080d402" providerId="ADAL" clId="{0144DA6D-9861-4AE0-AFDC-7684EC07EF28}" dt="2026-05-21T16:31:10.596" v="940" actId="26606"/>
          <ac:spMkLst>
            <pc:docMk/>
            <pc:sldMk cId="0" sldId="260"/>
            <ac:spMk id="7" creationId="{00000000-0000-0000-0000-000000000000}"/>
          </ac:spMkLst>
        </pc:spChg>
        <pc:spChg chg="mod">
          <ac:chgData name="Nicholas O'Neil" userId="78f44e54-9855-4a1c-aaeb-c7b2e080d402" providerId="ADAL" clId="{0144DA6D-9861-4AE0-AFDC-7684EC07EF28}" dt="2026-05-21T15:53:00.194" v="648" actId="26606"/>
          <ac:spMkLst>
            <pc:docMk/>
            <pc:sldMk cId="0" sldId="260"/>
            <ac:spMk id="8" creationId="{00000000-0000-0000-0000-000000000000}"/>
          </ac:spMkLst>
        </pc:spChg>
        <pc:spChg chg="mod">
          <ac:chgData name="Nicholas O'Neil" userId="78f44e54-9855-4a1c-aaeb-c7b2e080d402" providerId="ADAL" clId="{0144DA6D-9861-4AE0-AFDC-7684EC07EF28}" dt="2026-05-21T16:31:10.596" v="940" actId="26606"/>
          <ac:spMkLst>
            <pc:docMk/>
            <pc:sldMk cId="0" sldId="260"/>
            <ac:spMk id="9" creationId="{00000000-0000-0000-0000-000000000000}"/>
          </ac:spMkLst>
        </pc:spChg>
        <pc:spChg chg="mod">
          <ac:chgData name="Nicholas O'Neil" userId="78f44e54-9855-4a1c-aaeb-c7b2e080d402" providerId="ADAL" clId="{0144DA6D-9861-4AE0-AFDC-7684EC07EF28}" dt="2026-05-21T15:54:07.177" v="686" actId="1036"/>
          <ac:spMkLst>
            <pc:docMk/>
            <pc:sldMk cId="0" sldId="260"/>
            <ac:spMk id="10" creationId="{00000000-0000-0000-0000-000000000000}"/>
          </ac:spMkLst>
        </pc:spChg>
        <pc:spChg chg="mod">
          <ac:chgData name="Nicholas O'Neil" userId="78f44e54-9855-4a1c-aaeb-c7b2e080d402" providerId="ADAL" clId="{0144DA6D-9861-4AE0-AFDC-7684EC07EF28}" dt="2026-05-21T15:54:15.074" v="707" actId="1036"/>
          <ac:spMkLst>
            <pc:docMk/>
            <pc:sldMk cId="0" sldId="260"/>
            <ac:spMk id="11" creationId="{00000000-0000-0000-0000-000000000000}"/>
          </ac:spMkLst>
        </pc:spChg>
        <pc:spChg chg="mod">
          <ac:chgData name="Nicholas O'Neil" userId="78f44e54-9855-4a1c-aaeb-c7b2e080d402" providerId="ADAL" clId="{0144DA6D-9861-4AE0-AFDC-7684EC07EF28}" dt="2026-05-21T16:31:10.596" v="940" actId="26606"/>
          <ac:spMkLst>
            <pc:docMk/>
            <pc:sldMk cId="0" sldId="260"/>
            <ac:spMk id="13" creationId="{00000000-0000-0000-0000-000000000000}"/>
          </ac:spMkLst>
        </pc:spChg>
        <pc:spChg chg="mod">
          <ac:chgData name="Nicholas O'Neil" userId="78f44e54-9855-4a1c-aaeb-c7b2e080d402" providerId="ADAL" clId="{0144DA6D-9861-4AE0-AFDC-7684EC07EF28}" dt="2026-05-21T16:31:10.596" v="940" actId="26606"/>
          <ac:spMkLst>
            <pc:docMk/>
            <pc:sldMk cId="0" sldId="260"/>
            <ac:spMk id="14" creationId="{00000000-0000-0000-0000-000000000000}"/>
          </ac:spMkLst>
        </pc:spChg>
        <pc:spChg chg="mod">
          <ac:chgData name="Nicholas O'Neil" userId="78f44e54-9855-4a1c-aaeb-c7b2e080d402" providerId="ADAL" clId="{0144DA6D-9861-4AE0-AFDC-7684EC07EF28}" dt="2026-05-21T16:31:10.596" v="940" actId="26606"/>
          <ac:spMkLst>
            <pc:docMk/>
            <pc:sldMk cId="0" sldId="260"/>
            <ac:spMk id="15" creationId="{00000000-0000-0000-0000-000000000000}"/>
          </ac:spMkLst>
        </pc:spChg>
        <pc:spChg chg="del">
          <ac:chgData name="Nicholas O'Neil" userId="78f44e54-9855-4a1c-aaeb-c7b2e080d402" providerId="ADAL" clId="{0144DA6D-9861-4AE0-AFDC-7684EC07EF28}" dt="2026-05-21T16:31:10.596" v="940" actId="26606"/>
          <ac:spMkLst>
            <pc:docMk/>
            <pc:sldMk cId="0" sldId="260"/>
            <ac:spMk id="18" creationId="{00000000-0000-0000-0000-000000000000}"/>
          </ac:spMkLst>
        </pc:spChg>
        <pc:spChg chg="del">
          <ac:chgData name="Nicholas O'Neil" userId="78f44e54-9855-4a1c-aaeb-c7b2e080d402" providerId="ADAL" clId="{0144DA6D-9861-4AE0-AFDC-7684EC07EF28}" dt="2026-05-21T16:31:10.596" v="940" actId="26606"/>
          <ac:spMkLst>
            <pc:docMk/>
            <pc:sldMk cId="0" sldId="260"/>
            <ac:spMk id="19" creationId="{00000000-0000-0000-0000-000000000000}"/>
          </ac:spMkLst>
        </pc:spChg>
        <pc:spChg chg="del">
          <ac:chgData name="Nicholas O'Neil" userId="78f44e54-9855-4a1c-aaeb-c7b2e080d402" providerId="ADAL" clId="{0144DA6D-9861-4AE0-AFDC-7684EC07EF28}" dt="2026-05-21T16:31:10.596" v="940" actId="26606"/>
          <ac:spMkLst>
            <pc:docMk/>
            <pc:sldMk cId="0" sldId="260"/>
            <ac:spMk id="20" creationId="{00000000-0000-0000-0000-000000000000}"/>
          </ac:spMkLst>
        </pc:spChg>
        <pc:spChg chg="del">
          <ac:chgData name="Nicholas O'Neil" userId="78f44e54-9855-4a1c-aaeb-c7b2e080d402" providerId="ADAL" clId="{0144DA6D-9861-4AE0-AFDC-7684EC07EF28}" dt="2026-05-21T16:31:10.596" v="940" actId="26606"/>
          <ac:spMkLst>
            <pc:docMk/>
            <pc:sldMk cId="0" sldId="260"/>
            <ac:spMk id="21" creationId="{00000000-0000-0000-0000-000000000000}"/>
          </ac:spMkLst>
        </pc:spChg>
      </pc:sldChg>
      <pc:sldChg chg="modSp mod modNotes modNotesTx">
        <pc:chgData name="Nicholas O'Neil" userId="78f44e54-9855-4a1c-aaeb-c7b2e080d402" providerId="ADAL" clId="{0144DA6D-9861-4AE0-AFDC-7684EC07EF28}" dt="2026-05-21T19:54:22.893" v="1181" actId="20577"/>
        <pc:sldMkLst>
          <pc:docMk/>
          <pc:sldMk cId="0" sldId="261"/>
        </pc:sldMkLst>
        <pc:spChg chg="mod">
          <ac:chgData name="Nicholas O'Neil" userId="78f44e54-9855-4a1c-aaeb-c7b2e080d402" providerId="ADAL" clId="{0144DA6D-9861-4AE0-AFDC-7684EC07EF28}" dt="2026-05-21T15:53:00.194" v="648" actId="26606"/>
          <ac:spMkLst>
            <pc:docMk/>
            <pc:sldMk cId="0" sldId="261"/>
            <ac:spMk id="22" creationId="{00000000-0000-0000-0000-000000000000}"/>
          </ac:spMkLst>
        </pc:spChg>
        <pc:spChg chg="mod">
          <ac:chgData name="Nicholas O'Neil" userId="78f44e54-9855-4a1c-aaeb-c7b2e080d402" providerId="ADAL" clId="{0144DA6D-9861-4AE0-AFDC-7684EC07EF28}" dt="2026-05-21T15:53:00.194" v="648" actId="26606"/>
          <ac:spMkLst>
            <pc:docMk/>
            <pc:sldMk cId="0" sldId="261"/>
            <ac:spMk id="23" creationId="{00000000-0000-0000-0000-000000000000}"/>
          </ac:spMkLst>
        </pc:spChg>
        <pc:spChg chg="mod">
          <ac:chgData name="Nicholas O'Neil" userId="78f44e54-9855-4a1c-aaeb-c7b2e080d402" providerId="ADAL" clId="{0144DA6D-9861-4AE0-AFDC-7684EC07EF28}" dt="2026-05-21T15:53:00.194" v="648" actId="26606"/>
          <ac:spMkLst>
            <pc:docMk/>
            <pc:sldMk cId="0" sldId="261"/>
            <ac:spMk id="28" creationId="{00000000-0000-0000-0000-000000000000}"/>
          </ac:spMkLst>
        </pc:spChg>
        <pc:spChg chg="mod">
          <ac:chgData name="Nicholas O'Neil" userId="78f44e54-9855-4a1c-aaeb-c7b2e080d402" providerId="ADAL" clId="{0144DA6D-9861-4AE0-AFDC-7684EC07EF28}" dt="2026-05-21T15:53:00.194" v="648" actId="26606"/>
          <ac:spMkLst>
            <pc:docMk/>
            <pc:sldMk cId="0" sldId="261"/>
            <ac:spMk id="29" creationId="{00000000-0000-0000-0000-000000000000}"/>
          </ac:spMkLst>
        </pc:spChg>
        <pc:spChg chg="mod">
          <ac:chgData name="Nicholas O'Neil" userId="78f44e54-9855-4a1c-aaeb-c7b2e080d402" providerId="ADAL" clId="{0144DA6D-9861-4AE0-AFDC-7684EC07EF28}" dt="2026-05-21T15:53:00.194" v="648" actId="26606"/>
          <ac:spMkLst>
            <pc:docMk/>
            <pc:sldMk cId="0" sldId="261"/>
            <ac:spMk id="30" creationId="{00000000-0000-0000-0000-000000000000}"/>
          </ac:spMkLst>
        </pc:spChg>
      </pc:sldChg>
      <pc:sldChg chg="modSp mod modNotes modNotesTx">
        <pc:chgData name="Nicholas O'Neil" userId="78f44e54-9855-4a1c-aaeb-c7b2e080d402" providerId="ADAL" clId="{0144DA6D-9861-4AE0-AFDC-7684EC07EF28}" dt="2026-05-21T19:54:46.766" v="1182" actId="20577"/>
        <pc:sldMkLst>
          <pc:docMk/>
          <pc:sldMk cId="0" sldId="262"/>
        </pc:sldMkLst>
        <pc:spChg chg="mod">
          <ac:chgData name="Nicholas O'Neil" userId="78f44e54-9855-4a1c-aaeb-c7b2e080d402" providerId="ADAL" clId="{0144DA6D-9861-4AE0-AFDC-7684EC07EF28}" dt="2026-05-21T15:55:08.388" v="743" actId="1035"/>
          <ac:spMkLst>
            <pc:docMk/>
            <pc:sldMk cId="0" sldId="262"/>
            <ac:spMk id="2" creationId="{00000000-0000-0000-0000-000000000000}"/>
          </ac:spMkLst>
        </pc:spChg>
        <pc:spChg chg="mod">
          <ac:chgData name="Nicholas O'Neil" userId="78f44e54-9855-4a1c-aaeb-c7b2e080d402" providerId="ADAL" clId="{0144DA6D-9861-4AE0-AFDC-7684EC07EF28}" dt="2026-05-21T15:53:00.194" v="648" actId="26606"/>
          <ac:spMkLst>
            <pc:docMk/>
            <pc:sldMk cId="0" sldId="262"/>
            <ac:spMk id="4" creationId="{00000000-0000-0000-0000-000000000000}"/>
          </ac:spMkLst>
        </pc:spChg>
        <pc:spChg chg="mod">
          <ac:chgData name="Nicholas O'Neil" userId="78f44e54-9855-4a1c-aaeb-c7b2e080d402" providerId="ADAL" clId="{0144DA6D-9861-4AE0-AFDC-7684EC07EF28}" dt="2026-05-21T15:55:02.752" v="728" actId="1035"/>
          <ac:spMkLst>
            <pc:docMk/>
            <pc:sldMk cId="0" sldId="262"/>
            <ac:spMk id="34" creationId="{00000000-0000-0000-0000-000000000000}"/>
          </ac:spMkLst>
        </pc:spChg>
      </pc:sldChg>
      <pc:sldChg chg="modSp mod modNotes">
        <pc:chgData name="Nicholas O'Neil" userId="78f44e54-9855-4a1c-aaeb-c7b2e080d402" providerId="ADAL" clId="{0144DA6D-9861-4AE0-AFDC-7684EC07EF28}" dt="2026-05-21T15:55:22.546" v="744" actId="14100"/>
        <pc:sldMkLst>
          <pc:docMk/>
          <pc:sldMk cId="0" sldId="263"/>
        </pc:sldMkLst>
        <pc:spChg chg="mod">
          <ac:chgData name="Nicholas O'Neil" userId="78f44e54-9855-4a1c-aaeb-c7b2e080d402" providerId="ADAL" clId="{0144DA6D-9861-4AE0-AFDC-7684EC07EF28}" dt="2026-05-21T15:53:00.194" v="648" actId="26606"/>
          <ac:spMkLst>
            <pc:docMk/>
            <pc:sldMk cId="0" sldId="263"/>
            <ac:spMk id="2" creationId="{00000000-0000-0000-0000-000000000000}"/>
          </ac:spMkLst>
        </pc:spChg>
        <pc:spChg chg="mod">
          <ac:chgData name="Nicholas O'Neil" userId="78f44e54-9855-4a1c-aaeb-c7b2e080d402" providerId="ADAL" clId="{0144DA6D-9861-4AE0-AFDC-7684EC07EF28}" dt="2026-05-21T15:53:00.194" v="648" actId="26606"/>
          <ac:spMkLst>
            <pc:docMk/>
            <pc:sldMk cId="0" sldId="263"/>
            <ac:spMk id="3" creationId="{00000000-0000-0000-0000-000000000000}"/>
          </ac:spMkLst>
        </pc:spChg>
        <pc:spChg chg="mod">
          <ac:chgData name="Nicholas O'Neil" userId="78f44e54-9855-4a1c-aaeb-c7b2e080d402" providerId="ADAL" clId="{0144DA6D-9861-4AE0-AFDC-7684EC07EF28}" dt="2026-05-21T15:55:22.546" v="744" actId="14100"/>
          <ac:spMkLst>
            <pc:docMk/>
            <pc:sldMk cId="0" sldId="263"/>
            <ac:spMk id="4" creationId="{00000000-0000-0000-0000-000000000000}"/>
          </ac:spMkLst>
        </pc:spChg>
        <pc:spChg chg="mod">
          <ac:chgData name="Nicholas O'Neil" userId="78f44e54-9855-4a1c-aaeb-c7b2e080d402" providerId="ADAL" clId="{0144DA6D-9861-4AE0-AFDC-7684EC07EF28}" dt="2026-05-21T15:53:00.194" v="648" actId="26606"/>
          <ac:spMkLst>
            <pc:docMk/>
            <pc:sldMk cId="0" sldId="263"/>
            <ac:spMk id="8" creationId="{00000000-0000-0000-0000-000000000000}"/>
          </ac:spMkLst>
        </pc:spChg>
        <pc:spChg chg="mod">
          <ac:chgData name="Nicholas O'Neil" userId="78f44e54-9855-4a1c-aaeb-c7b2e080d402" providerId="ADAL" clId="{0144DA6D-9861-4AE0-AFDC-7684EC07EF28}" dt="2026-05-21T15:55:22.546" v="744" actId="14100"/>
          <ac:spMkLst>
            <pc:docMk/>
            <pc:sldMk cId="0" sldId="263"/>
            <ac:spMk id="9" creationId="{00000000-0000-0000-0000-000000000000}"/>
          </ac:spMkLst>
        </pc:spChg>
        <pc:spChg chg="mod">
          <ac:chgData name="Nicholas O'Neil" userId="78f44e54-9855-4a1c-aaeb-c7b2e080d402" providerId="ADAL" clId="{0144DA6D-9861-4AE0-AFDC-7684EC07EF28}" dt="2026-05-21T15:53:00.194" v="648" actId="26606"/>
          <ac:spMkLst>
            <pc:docMk/>
            <pc:sldMk cId="0" sldId="263"/>
            <ac:spMk id="13" creationId="{00000000-0000-0000-0000-000000000000}"/>
          </ac:spMkLst>
        </pc:spChg>
        <pc:spChg chg="mod">
          <ac:chgData name="Nicholas O'Neil" userId="78f44e54-9855-4a1c-aaeb-c7b2e080d402" providerId="ADAL" clId="{0144DA6D-9861-4AE0-AFDC-7684EC07EF28}" dt="2026-05-21T15:55:22.546" v="744" actId="14100"/>
          <ac:spMkLst>
            <pc:docMk/>
            <pc:sldMk cId="0" sldId="263"/>
            <ac:spMk id="14" creationId="{00000000-0000-0000-0000-000000000000}"/>
          </ac:spMkLst>
        </pc:spChg>
        <pc:spChg chg="mod">
          <ac:chgData name="Nicholas O'Neil" userId="78f44e54-9855-4a1c-aaeb-c7b2e080d402" providerId="ADAL" clId="{0144DA6D-9861-4AE0-AFDC-7684EC07EF28}" dt="2026-05-21T15:53:00.194" v="648" actId="26606"/>
          <ac:spMkLst>
            <pc:docMk/>
            <pc:sldMk cId="0" sldId="263"/>
            <ac:spMk id="18" creationId="{00000000-0000-0000-0000-000000000000}"/>
          </ac:spMkLst>
        </pc:spChg>
        <pc:spChg chg="mod">
          <ac:chgData name="Nicholas O'Neil" userId="78f44e54-9855-4a1c-aaeb-c7b2e080d402" providerId="ADAL" clId="{0144DA6D-9861-4AE0-AFDC-7684EC07EF28}" dt="2026-05-21T15:53:00.194" v="648" actId="26606"/>
          <ac:spMkLst>
            <pc:docMk/>
            <pc:sldMk cId="0" sldId="263"/>
            <ac:spMk id="20" creationId="{00000000-0000-0000-0000-000000000000}"/>
          </ac:spMkLst>
        </pc:spChg>
      </pc:sldChg>
      <pc:sldChg chg="new del">
        <pc:chgData name="Nicholas O'Neil" userId="78f44e54-9855-4a1c-aaeb-c7b2e080d402" providerId="ADAL" clId="{0144DA6D-9861-4AE0-AFDC-7684EC07EF28}" dt="2026-05-21T15:07:35.471" v="246" actId="680"/>
        <pc:sldMkLst>
          <pc:docMk/>
          <pc:sldMk cId="55809027" sldId="264"/>
        </pc:sldMkLst>
      </pc:sldChg>
      <pc:sldChg chg="addSp delSp modSp add mod modNotes modNotesTx">
        <pc:chgData name="Nicholas O'Neil" userId="78f44e54-9855-4a1c-aaeb-c7b2e080d402" providerId="ADAL" clId="{0144DA6D-9861-4AE0-AFDC-7684EC07EF28}" dt="2026-05-21T19:43:25.052" v="1117" actId="20577"/>
        <pc:sldMkLst>
          <pc:docMk/>
          <pc:sldMk cId="2023633894" sldId="264"/>
        </pc:sldMkLst>
        <pc:spChg chg="add del mod ord">
          <ac:chgData name="Nicholas O'Neil" userId="78f44e54-9855-4a1c-aaeb-c7b2e080d402" providerId="ADAL" clId="{0144DA6D-9861-4AE0-AFDC-7684EC07EF28}" dt="2026-05-21T15:13:03.548" v="341" actId="478"/>
          <ac:spMkLst>
            <pc:docMk/>
            <pc:sldMk cId="2023633894" sldId="264"/>
            <ac:spMk id="2" creationId="{20EBD5FB-7183-4806-B49E-55EACB0CA4DA}"/>
          </ac:spMkLst>
        </pc:spChg>
        <pc:spChg chg="add">
          <ac:chgData name="Nicholas O'Neil" userId="78f44e54-9855-4a1c-aaeb-c7b2e080d402" providerId="ADAL" clId="{0144DA6D-9861-4AE0-AFDC-7684EC07EF28}" dt="2026-05-21T16:00:34.242" v="878" actId="26606"/>
          <ac:spMkLst>
            <pc:docMk/>
            <pc:sldMk cId="2023633894" sldId="264"/>
            <ac:spMk id="3" creationId="{00000000-0000-0000-0000-000000000000}"/>
          </ac:spMkLst>
        </pc:spChg>
        <pc:spChg chg="del">
          <ac:chgData name="Nicholas O'Neil" userId="78f44e54-9855-4a1c-aaeb-c7b2e080d402" providerId="ADAL" clId="{0144DA6D-9861-4AE0-AFDC-7684EC07EF28}" dt="2026-05-21T15:08:01.299" v="267" actId="478"/>
          <ac:spMkLst>
            <pc:docMk/>
            <pc:sldMk cId="2023633894" sldId="264"/>
            <ac:spMk id="3" creationId="{70A91A84-6ADD-576B-A101-43F9881A1E96}"/>
          </ac:spMkLst>
        </pc:spChg>
        <pc:spChg chg="del">
          <ac:chgData name="Nicholas O'Neil" userId="78f44e54-9855-4a1c-aaeb-c7b2e080d402" providerId="ADAL" clId="{0144DA6D-9861-4AE0-AFDC-7684EC07EF28}" dt="2026-05-21T15:08:04.363" v="271" actId="478"/>
          <ac:spMkLst>
            <pc:docMk/>
            <pc:sldMk cId="2023633894" sldId="264"/>
            <ac:spMk id="4" creationId="{0952FAE4-64CA-17A8-0DBB-3FC63F7E974E}"/>
          </ac:spMkLst>
        </pc:spChg>
        <pc:spChg chg="del">
          <ac:chgData name="Nicholas O'Neil" userId="78f44e54-9855-4a1c-aaeb-c7b2e080d402" providerId="ADAL" clId="{0144DA6D-9861-4AE0-AFDC-7684EC07EF28}" dt="2026-05-21T15:08:09.817" v="276" actId="478"/>
          <ac:spMkLst>
            <pc:docMk/>
            <pc:sldMk cId="2023633894" sldId="264"/>
            <ac:spMk id="5" creationId="{1412B657-F73D-7D3D-867C-2416CB9E3F9F}"/>
          </ac:spMkLst>
        </pc:spChg>
        <pc:spChg chg="del">
          <ac:chgData name="Nicholas O'Neil" userId="78f44e54-9855-4a1c-aaeb-c7b2e080d402" providerId="ADAL" clId="{0144DA6D-9861-4AE0-AFDC-7684EC07EF28}" dt="2026-05-21T15:08:09.817" v="276" actId="478"/>
          <ac:spMkLst>
            <pc:docMk/>
            <pc:sldMk cId="2023633894" sldId="264"/>
            <ac:spMk id="6" creationId="{5228350E-6B4F-6AF2-8FB3-C40A394F9ADA}"/>
          </ac:spMkLst>
        </pc:spChg>
        <pc:spChg chg="del mod">
          <ac:chgData name="Nicholas O'Neil" userId="78f44e54-9855-4a1c-aaeb-c7b2e080d402" providerId="ADAL" clId="{0144DA6D-9861-4AE0-AFDC-7684EC07EF28}" dt="2026-05-21T15:08:05.257" v="272" actId="478"/>
          <ac:spMkLst>
            <pc:docMk/>
            <pc:sldMk cId="2023633894" sldId="264"/>
            <ac:spMk id="7" creationId="{4C4F9A55-07B9-8FC1-0255-ED68576B6181}"/>
          </ac:spMkLst>
        </pc:spChg>
        <pc:spChg chg="del">
          <ac:chgData name="Nicholas O'Neil" userId="78f44e54-9855-4a1c-aaeb-c7b2e080d402" providerId="ADAL" clId="{0144DA6D-9861-4AE0-AFDC-7684EC07EF28}" dt="2026-05-21T15:08:02.271" v="268" actId="478"/>
          <ac:spMkLst>
            <pc:docMk/>
            <pc:sldMk cId="2023633894" sldId="264"/>
            <ac:spMk id="8" creationId="{18E6E4A1-5445-B13C-2DC9-993D8EB0DF4B}"/>
          </ac:spMkLst>
        </pc:spChg>
        <pc:spChg chg="del">
          <ac:chgData name="Nicholas O'Neil" userId="78f44e54-9855-4a1c-aaeb-c7b2e080d402" providerId="ADAL" clId="{0144DA6D-9861-4AE0-AFDC-7684EC07EF28}" dt="2026-05-21T15:08:00.579" v="266" actId="478"/>
          <ac:spMkLst>
            <pc:docMk/>
            <pc:sldMk cId="2023633894" sldId="264"/>
            <ac:spMk id="9" creationId="{3D5342EB-93A7-21ED-C2CB-7BF794C41371}"/>
          </ac:spMkLst>
        </pc:spChg>
        <pc:spChg chg="del">
          <ac:chgData name="Nicholas O'Neil" userId="78f44e54-9855-4a1c-aaeb-c7b2e080d402" providerId="ADAL" clId="{0144DA6D-9861-4AE0-AFDC-7684EC07EF28}" dt="2026-05-21T15:08:09.817" v="276" actId="478"/>
          <ac:spMkLst>
            <pc:docMk/>
            <pc:sldMk cId="2023633894" sldId="264"/>
            <ac:spMk id="10" creationId="{D8713EA5-1918-4567-1098-DA3B7D4B4EAD}"/>
          </ac:spMkLst>
        </pc:spChg>
        <pc:spChg chg="del">
          <ac:chgData name="Nicholas O'Neil" userId="78f44e54-9855-4a1c-aaeb-c7b2e080d402" providerId="ADAL" clId="{0144DA6D-9861-4AE0-AFDC-7684EC07EF28}" dt="2026-05-21T15:08:09.817" v="276" actId="478"/>
          <ac:spMkLst>
            <pc:docMk/>
            <pc:sldMk cId="2023633894" sldId="264"/>
            <ac:spMk id="11" creationId="{86938429-3E4B-496D-7F96-02E31B138D42}"/>
          </ac:spMkLst>
        </pc:spChg>
        <pc:spChg chg="del">
          <ac:chgData name="Nicholas O'Neil" userId="78f44e54-9855-4a1c-aaeb-c7b2e080d402" providerId="ADAL" clId="{0144DA6D-9861-4AE0-AFDC-7684EC07EF28}" dt="2026-05-21T15:08:09.817" v="276" actId="478"/>
          <ac:spMkLst>
            <pc:docMk/>
            <pc:sldMk cId="2023633894" sldId="264"/>
            <ac:spMk id="12" creationId="{0C2E2F86-52E6-93D4-C294-66289549B3C5}"/>
          </ac:spMkLst>
        </pc:spChg>
        <pc:spChg chg="add">
          <ac:chgData name="Nicholas O'Neil" userId="78f44e54-9855-4a1c-aaeb-c7b2e080d402" providerId="ADAL" clId="{0144DA6D-9861-4AE0-AFDC-7684EC07EF28}" dt="2026-05-21T16:00:34.242" v="878" actId="26606"/>
          <ac:spMkLst>
            <pc:docMk/>
            <pc:sldMk cId="2023633894" sldId="264"/>
            <ac:spMk id="13" creationId="{00000000-0000-0000-0000-000000000000}"/>
          </ac:spMkLst>
        </pc:spChg>
        <pc:spChg chg="del">
          <ac:chgData name="Nicholas O'Neil" userId="78f44e54-9855-4a1c-aaeb-c7b2e080d402" providerId="ADAL" clId="{0144DA6D-9861-4AE0-AFDC-7684EC07EF28}" dt="2026-05-21T15:08:09.817" v="276" actId="478"/>
          <ac:spMkLst>
            <pc:docMk/>
            <pc:sldMk cId="2023633894" sldId="264"/>
            <ac:spMk id="13" creationId="{C5C53EBA-D703-A717-5A9F-C8D151D66598}"/>
          </ac:spMkLst>
        </pc:spChg>
        <pc:spChg chg="del">
          <ac:chgData name="Nicholas O'Neil" userId="78f44e54-9855-4a1c-aaeb-c7b2e080d402" providerId="ADAL" clId="{0144DA6D-9861-4AE0-AFDC-7684EC07EF28}" dt="2026-05-21T15:07:43.316" v="248" actId="478"/>
          <ac:spMkLst>
            <pc:docMk/>
            <pc:sldMk cId="2023633894" sldId="264"/>
            <ac:spMk id="17" creationId="{A79A2CC2-3F8D-36CB-1CAD-669F4DCAA307}"/>
          </ac:spMkLst>
        </pc:spChg>
        <pc:spChg chg="mod">
          <ac:chgData name="Nicholas O'Neil" userId="78f44e54-9855-4a1c-aaeb-c7b2e080d402" providerId="ADAL" clId="{0144DA6D-9861-4AE0-AFDC-7684EC07EF28}" dt="2026-05-21T16:00:52.674" v="886" actId="20577"/>
          <ac:spMkLst>
            <pc:docMk/>
            <pc:sldMk cId="2023633894" sldId="264"/>
            <ac:spMk id="18" creationId="{00000000-0000-0000-0000-000000000000}"/>
          </ac:spMkLst>
        </pc:spChg>
        <pc:spChg chg="del">
          <ac:chgData name="Nicholas O'Neil" userId="78f44e54-9855-4a1c-aaeb-c7b2e080d402" providerId="ADAL" clId="{0144DA6D-9861-4AE0-AFDC-7684EC07EF28}" dt="2026-05-21T15:07:46.539" v="250" actId="478"/>
          <ac:spMkLst>
            <pc:docMk/>
            <pc:sldMk cId="2023633894" sldId="264"/>
            <ac:spMk id="18" creationId="{C506AB2E-36FA-C632-303A-2942588A4594}"/>
          </ac:spMkLst>
        </pc:spChg>
        <pc:spChg chg="add">
          <ac:chgData name="Nicholas O'Neil" userId="78f44e54-9855-4a1c-aaeb-c7b2e080d402" providerId="ADAL" clId="{0144DA6D-9861-4AE0-AFDC-7684EC07EF28}" dt="2026-05-21T16:00:34.242" v="878" actId="26606"/>
          <ac:spMkLst>
            <pc:docMk/>
            <pc:sldMk cId="2023633894" sldId="264"/>
            <ac:spMk id="19" creationId="{00000000-0000-0000-0000-000000000000}"/>
          </ac:spMkLst>
        </pc:spChg>
        <pc:spChg chg="del">
          <ac:chgData name="Nicholas O'Neil" userId="78f44e54-9855-4a1c-aaeb-c7b2e080d402" providerId="ADAL" clId="{0144DA6D-9861-4AE0-AFDC-7684EC07EF28}" dt="2026-05-21T15:08:13.302" v="278" actId="478"/>
          <ac:spMkLst>
            <pc:docMk/>
            <pc:sldMk cId="2023633894" sldId="264"/>
            <ac:spMk id="20" creationId="{A67DDB17-B3D7-A0E6-0195-4EF98CDB764F}"/>
          </ac:spMkLst>
        </pc:spChg>
        <pc:spChg chg="mod">
          <ac:chgData name="Nicholas O'Neil" userId="78f44e54-9855-4a1c-aaeb-c7b2e080d402" providerId="ADAL" clId="{0144DA6D-9861-4AE0-AFDC-7684EC07EF28}" dt="2026-05-21T16:01:02.163" v="901" actId="20577"/>
          <ac:spMkLst>
            <pc:docMk/>
            <pc:sldMk cId="2023633894" sldId="264"/>
            <ac:spMk id="22" creationId="{00000000-0000-0000-0000-000000000000}"/>
          </ac:spMkLst>
        </pc:spChg>
        <pc:spChg chg="add">
          <ac:chgData name="Nicholas O'Neil" userId="78f44e54-9855-4a1c-aaeb-c7b2e080d402" providerId="ADAL" clId="{0144DA6D-9861-4AE0-AFDC-7684EC07EF28}" dt="2026-05-21T16:00:34.242" v="878" actId="26606"/>
          <ac:spMkLst>
            <pc:docMk/>
            <pc:sldMk cId="2023633894" sldId="264"/>
            <ac:spMk id="23" creationId="{00000000-0000-0000-0000-000000000000}"/>
          </ac:spMkLst>
        </pc:spChg>
        <pc:spChg chg="add">
          <ac:chgData name="Nicholas O'Neil" userId="78f44e54-9855-4a1c-aaeb-c7b2e080d402" providerId="ADAL" clId="{0144DA6D-9861-4AE0-AFDC-7684EC07EF28}" dt="2026-05-21T16:00:34.242" v="878" actId="26606"/>
          <ac:spMkLst>
            <pc:docMk/>
            <pc:sldMk cId="2023633894" sldId="264"/>
            <ac:spMk id="24" creationId="{00000000-0000-0000-0000-000000000000}"/>
          </ac:spMkLst>
        </pc:spChg>
        <pc:spChg chg="add del mod ord">
          <ac:chgData name="Nicholas O'Neil" userId="78f44e54-9855-4a1c-aaeb-c7b2e080d402" providerId="ADAL" clId="{0144DA6D-9861-4AE0-AFDC-7684EC07EF28}" dt="2026-05-21T15:13:03.548" v="341" actId="478"/>
          <ac:spMkLst>
            <pc:docMk/>
            <pc:sldMk cId="2023633894" sldId="264"/>
            <ac:spMk id="25" creationId="{2139340E-18BC-2776-28B3-BFAA85F0A160}"/>
          </ac:spMkLst>
        </pc:spChg>
        <pc:spChg chg="add del mod ord replId">
          <ac:chgData name="Nicholas O'Neil" userId="78f44e54-9855-4a1c-aaeb-c7b2e080d402" providerId="ADAL" clId="{0144DA6D-9861-4AE0-AFDC-7684EC07EF28}" dt="2026-05-21T16:00:34.242" v="878" actId="26606"/>
          <ac:spMkLst>
            <pc:docMk/>
            <pc:sldMk cId="2023633894" sldId="264"/>
            <ac:spMk id="25" creationId="{D140BB49-06AE-EAA7-FAC8-96CC00909AC1}"/>
          </ac:spMkLst>
        </pc:spChg>
        <pc:spChg chg="del mod replId">
          <ac:chgData name="Nicholas O'Neil" userId="78f44e54-9855-4a1c-aaeb-c7b2e080d402" providerId="ADAL" clId="{0144DA6D-9861-4AE0-AFDC-7684EC07EF28}" dt="2026-05-21T16:00:34.242" v="878" actId="26606"/>
          <ac:spMkLst>
            <pc:docMk/>
            <pc:sldMk cId="2023633894" sldId="264"/>
            <ac:spMk id="26" creationId="{7C8C82BA-A479-4517-EB4C-AAEB81C6A3F0}"/>
          </ac:spMkLst>
        </pc:spChg>
        <pc:spChg chg="del mod replId">
          <ac:chgData name="Nicholas O'Neil" userId="78f44e54-9855-4a1c-aaeb-c7b2e080d402" providerId="ADAL" clId="{0144DA6D-9861-4AE0-AFDC-7684EC07EF28}" dt="2026-05-21T16:00:34.242" v="878" actId="26606"/>
          <ac:spMkLst>
            <pc:docMk/>
            <pc:sldMk cId="2023633894" sldId="264"/>
            <ac:spMk id="27" creationId="{DF03C61E-DA49-7F7A-684C-2C45EC94D8BF}"/>
          </ac:spMkLst>
        </pc:spChg>
        <pc:spChg chg="add mod replId">
          <ac:chgData name="Nicholas O'Neil" userId="78f44e54-9855-4a1c-aaeb-c7b2e080d402" providerId="ADAL" clId="{0144DA6D-9861-4AE0-AFDC-7684EC07EF28}" dt="2026-05-21T16:00:34.223" v="877" actId="26606"/>
          <ac:spMkLst>
            <pc:docMk/>
            <pc:sldMk cId="2023633894" sldId="264"/>
            <ac:spMk id="28" creationId="{D0ACDDF7-88B7-D3E9-903A-AE9E52C62EE7}"/>
          </ac:spMkLst>
        </pc:spChg>
        <pc:spChg chg="mod">
          <ac:chgData name="Nicholas O'Neil" userId="78f44e54-9855-4a1c-aaeb-c7b2e080d402" providerId="ADAL" clId="{0144DA6D-9861-4AE0-AFDC-7684EC07EF28}" dt="2026-05-21T15:07:55.379" v="263" actId="20577"/>
          <ac:spMkLst>
            <pc:docMk/>
            <pc:sldMk cId="2023633894" sldId="264"/>
            <ac:spMk id="30" creationId="{D6D5D88A-FFE2-D903-956D-0DE1B894D18B}"/>
          </ac:spMkLst>
        </pc:spChg>
        <pc:spChg chg="add mod">
          <ac:chgData name="Nicholas O'Neil" userId="78f44e54-9855-4a1c-aaeb-c7b2e080d402" providerId="ADAL" clId="{0144DA6D-9861-4AE0-AFDC-7684EC07EF28}" dt="2026-05-21T15:12:21.292" v="326" actId="12788"/>
          <ac:spMkLst>
            <pc:docMk/>
            <pc:sldMk cId="2023633894" sldId="264"/>
            <ac:spMk id="31" creationId="{DFC174C0-7773-27F3-21E5-D2440879124D}"/>
          </ac:spMkLst>
        </pc:spChg>
        <pc:spChg chg="add mod replId">
          <ac:chgData name="Nicholas O'Neil" userId="78f44e54-9855-4a1c-aaeb-c7b2e080d402" providerId="ADAL" clId="{0144DA6D-9861-4AE0-AFDC-7684EC07EF28}" dt="2026-05-21T16:00:34.223" v="877" actId="26606"/>
          <ac:spMkLst>
            <pc:docMk/>
            <pc:sldMk cId="2023633894" sldId="264"/>
            <ac:spMk id="32" creationId="{5334B224-3072-E064-BD75-D8F70EFCDFB9}"/>
          </ac:spMkLst>
        </pc:spChg>
        <pc:spChg chg="add mod replId">
          <ac:chgData name="Nicholas O'Neil" userId="78f44e54-9855-4a1c-aaeb-c7b2e080d402" providerId="ADAL" clId="{0144DA6D-9861-4AE0-AFDC-7684EC07EF28}" dt="2026-05-21T16:00:34.223" v="877" actId="26606"/>
          <ac:spMkLst>
            <pc:docMk/>
            <pc:sldMk cId="2023633894" sldId="264"/>
            <ac:spMk id="33" creationId="{535067F6-5AF8-075C-0AD4-1CA6B786C9F8}"/>
          </ac:spMkLst>
        </pc:spChg>
        <pc:spChg chg="add mod replId">
          <ac:chgData name="Nicholas O'Neil" userId="78f44e54-9855-4a1c-aaeb-c7b2e080d402" providerId="ADAL" clId="{0144DA6D-9861-4AE0-AFDC-7684EC07EF28}" dt="2026-05-21T16:00:34.223" v="877" actId="26606"/>
          <ac:spMkLst>
            <pc:docMk/>
            <pc:sldMk cId="2023633894" sldId="264"/>
            <ac:spMk id="34" creationId="{A81BB4C5-7652-EE41-D63E-1E827EB16620}"/>
          </ac:spMkLst>
        </pc:spChg>
        <pc:spChg chg="add mod replId">
          <ac:chgData name="Nicholas O'Neil" userId="78f44e54-9855-4a1c-aaeb-c7b2e080d402" providerId="ADAL" clId="{0144DA6D-9861-4AE0-AFDC-7684EC07EF28}" dt="2026-05-21T16:00:34.223" v="877" actId="26606"/>
          <ac:spMkLst>
            <pc:docMk/>
            <pc:sldMk cId="2023633894" sldId="264"/>
            <ac:spMk id="35" creationId="{A59FC4EA-4C3E-ED6B-5903-4CF357CD7A6E}"/>
          </ac:spMkLst>
        </pc:spChg>
        <pc:spChg chg="add del">
          <ac:chgData name="Nicholas O'Neil" userId="78f44e54-9855-4a1c-aaeb-c7b2e080d402" providerId="ADAL" clId="{0144DA6D-9861-4AE0-AFDC-7684EC07EF28}" dt="2026-05-21T15:11:25.111" v="312" actId="22"/>
          <ac:spMkLst>
            <pc:docMk/>
            <pc:sldMk cId="2023633894" sldId="264"/>
            <ac:spMk id="36" creationId="{FA8B71A6-767C-429F-25F3-0FC458226E76}"/>
          </ac:spMkLst>
        </pc:spChg>
        <pc:spChg chg="add del mod replId">
          <ac:chgData name="Nicholas O'Neil" userId="78f44e54-9855-4a1c-aaeb-c7b2e080d402" providerId="ADAL" clId="{0144DA6D-9861-4AE0-AFDC-7684EC07EF28}" dt="2026-05-21T16:00:34.242" v="878" actId="26606"/>
          <ac:spMkLst>
            <pc:docMk/>
            <pc:sldMk cId="2023633894" sldId="264"/>
            <ac:spMk id="37" creationId="{CCFDD05B-D54D-B485-0613-2657D5F7ED9F}"/>
          </ac:spMkLst>
        </pc:spChg>
        <pc:spChg chg="mod replId">
          <ac:chgData name="Nicholas O'Neil" userId="78f44e54-9855-4a1c-aaeb-c7b2e080d402" providerId="ADAL" clId="{0144DA6D-9861-4AE0-AFDC-7684EC07EF28}" dt="2026-05-21T16:00:34.223" v="877" actId="26606"/>
          <ac:spMkLst>
            <pc:docMk/>
            <pc:sldMk cId="2023633894" sldId="264"/>
            <ac:spMk id="39" creationId="{7C727417-873D-80D9-A89A-41303987B1AB}"/>
          </ac:spMkLst>
        </pc:spChg>
        <pc:spChg chg="add del">
          <ac:chgData name="Nicholas O'Neil" userId="78f44e54-9855-4a1c-aaeb-c7b2e080d402" providerId="ADAL" clId="{0144DA6D-9861-4AE0-AFDC-7684EC07EF28}" dt="2026-05-21T15:11:28.886" v="316" actId="22"/>
          <ac:spMkLst>
            <pc:docMk/>
            <pc:sldMk cId="2023633894" sldId="264"/>
            <ac:spMk id="40" creationId="{8823D55E-174F-04F6-AA2B-D941CF6472D3}"/>
          </ac:spMkLst>
        </pc:spChg>
        <pc:spChg chg="add mod">
          <ac:chgData name="Nicholas O'Neil" userId="78f44e54-9855-4a1c-aaeb-c7b2e080d402" providerId="ADAL" clId="{0144DA6D-9861-4AE0-AFDC-7684EC07EF28}" dt="2026-05-21T15:55:44.485" v="745" actId="14100"/>
          <ac:spMkLst>
            <pc:docMk/>
            <pc:sldMk cId="2023633894" sldId="264"/>
            <ac:spMk id="42" creationId="{0A4FD329-05E5-64C2-8D45-BB050B93153E}"/>
          </ac:spMkLst>
        </pc:spChg>
        <pc:spChg chg="mod">
          <ac:chgData name="Nicholas O'Neil" userId="78f44e54-9855-4a1c-aaeb-c7b2e080d402" providerId="ADAL" clId="{0144DA6D-9861-4AE0-AFDC-7684EC07EF28}" dt="2026-05-21T15:13:11.840" v="351" actId="20577"/>
          <ac:spMkLst>
            <pc:docMk/>
            <pc:sldMk cId="2023633894" sldId="264"/>
            <ac:spMk id="45" creationId="{E0FCD766-0150-4D72-D6FB-9AF118614B93}"/>
          </ac:spMkLst>
        </pc:spChg>
        <pc:spChg chg="add mod">
          <ac:chgData name="Nicholas O'Neil" userId="78f44e54-9855-4a1c-aaeb-c7b2e080d402" providerId="ADAL" clId="{0144DA6D-9861-4AE0-AFDC-7684EC07EF28}" dt="2026-05-21T15:55:44.485" v="745" actId="14100"/>
          <ac:spMkLst>
            <pc:docMk/>
            <pc:sldMk cId="2023633894" sldId="264"/>
            <ac:spMk id="46" creationId="{8A6A0685-F6DD-CCB7-01B4-7911F04A8406}"/>
          </ac:spMkLst>
        </pc:spChg>
        <pc:spChg chg="mod">
          <ac:chgData name="Nicholas O'Neil" userId="78f44e54-9855-4a1c-aaeb-c7b2e080d402" providerId="ADAL" clId="{0144DA6D-9861-4AE0-AFDC-7684EC07EF28}" dt="2026-05-21T15:13:28.635" v="359" actId="20577"/>
          <ac:spMkLst>
            <pc:docMk/>
            <pc:sldMk cId="2023633894" sldId="264"/>
            <ac:spMk id="49" creationId="{B4DD247E-5F53-3613-3166-C7B1400CB7B7}"/>
          </ac:spMkLst>
        </pc:spChg>
        <pc:spChg chg="add del mod">
          <ac:chgData name="Nicholas O'Neil" userId="78f44e54-9855-4a1c-aaeb-c7b2e080d402" providerId="ADAL" clId="{0144DA6D-9861-4AE0-AFDC-7684EC07EF28}" dt="2026-05-21T16:00:34.242" v="878" actId="26606"/>
          <ac:spMkLst>
            <pc:docMk/>
            <pc:sldMk cId="2023633894" sldId="264"/>
            <ac:spMk id="50" creationId="{1ACCDB52-F0F2-1EBD-9D85-E1D18836D184}"/>
          </ac:spMkLst>
        </pc:spChg>
        <pc:spChg chg="mod">
          <ac:chgData name="Nicholas O'Neil" userId="78f44e54-9855-4a1c-aaeb-c7b2e080d402" providerId="ADAL" clId="{0144DA6D-9861-4AE0-AFDC-7684EC07EF28}" dt="2026-05-21T15:14:22.011" v="371" actId="20577"/>
          <ac:spMkLst>
            <pc:docMk/>
            <pc:sldMk cId="2023633894" sldId="264"/>
            <ac:spMk id="53" creationId="{E35BA8B0-5667-D7F5-D93F-1012D69BF1B4}"/>
          </ac:spMkLst>
        </pc:spChg>
        <pc:spChg chg="add mod">
          <ac:chgData name="Nicholas O'Neil" userId="78f44e54-9855-4a1c-aaeb-c7b2e080d402" providerId="ADAL" clId="{0144DA6D-9861-4AE0-AFDC-7684EC07EF28}" dt="2026-05-21T15:55:44.485" v="745" actId="14100"/>
          <ac:spMkLst>
            <pc:docMk/>
            <pc:sldMk cId="2023633894" sldId="264"/>
            <ac:spMk id="54" creationId="{257D5D95-DC02-242E-1BD5-41945676AD7A}"/>
          </ac:spMkLst>
        </pc:spChg>
        <pc:spChg chg="add mod">
          <ac:chgData name="Nicholas O'Neil" userId="78f44e54-9855-4a1c-aaeb-c7b2e080d402" providerId="ADAL" clId="{0144DA6D-9861-4AE0-AFDC-7684EC07EF28}" dt="2026-05-21T15:55:44.485" v="745" actId="14100"/>
          <ac:spMkLst>
            <pc:docMk/>
            <pc:sldMk cId="2023633894" sldId="264"/>
            <ac:spMk id="56" creationId="{5737CBC0-9195-D125-B85E-A84EF2DA5A81}"/>
          </ac:spMkLst>
        </pc:spChg>
        <pc:grpChg chg="add mod">
          <ac:chgData name="Nicholas O'Neil" userId="78f44e54-9855-4a1c-aaeb-c7b2e080d402" providerId="ADAL" clId="{0144DA6D-9861-4AE0-AFDC-7684EC07EF28}" dt="2026-05-21T15:55:50.261" v="747" actId="1076"/>
          <ac:grpSpMkLst>
            <pc:docMk/>
            <pc:sldMk cId="2023633894" sldId="264"/>
            <ac:grpSpMk id="36" creationId="{A943A971-31A0-4131-1097-0D49CBBE46C9}"/>
          </ac:grpSpMkLst>
        </pc:grpChg>
        <pc:grpChg chg="add mod">
          <ac:chgData name="Nicholas O'Neil" userId="78f44e54-9855-4a1c-aaeb-c7b2e080d402" providerId="ADAL" clId="{0144DA6D-9861-4AE0-AFDC-7684EC07EF28}" dt="2026-05-21T15:12:57.727" v="338" actId="1076"/>
          <ac:grpSpMkLst>
            <pc:docMk/>
            <pc:sldMk cId="2023633894" sldId="264"/>
            <ac:grpSpMk id="41" creationId="{B76DE706-A536-0077-4BB5-4B367EC3B718}"/>
          </ac:grpSpMkLst>
        </pc:grpChg>
        <pc:grpChg chg="add mod">
          <ac:chgData name="Nicholas O'Neil" userId="78f44e54-9855-4a1c-aaeb-c7b2e080d402" providerId="ADAL" clId="{0144DA6D-9861-4AE0-AFDC-7684EC07EF28}" dt="2026-05-21T15:14:10.745" v="360" actId="1076"/>
          <ac:grpSpMkLst>
            <pc:docMk/>
            <pc:sldMk cId="2023633894" sldId="264"/>
            <ac:grpSpMk id="43" creationId="{8CAE3084-017A-3323-36B5-E927955E61E4}"/>
          </ac:grpSpMkLst>
        </pc:grpChg>
        <pc:grpChg chg="add mod">
          <ac:chgData name="Nicholas O'Neil" userId="78f44e54-9855-4a1c-aaeb-c7b2e080d402" providerId="ADAL" clId="{0144DA6D-9861-4AE0-AFDC-7684EC07EF28}" dt="2026-05-21T15:14:10.745" v="360" actId="1076"/>
          <ac:grpSpMkLst>
            <pc:docMk/>
            <pc:sldMk cId="2023633894" sldId="264"/>
            <ac:grpSpMk id="47" creationId="{19858007-82EF-1514-F4A1-42898F3C3766}"/>
          </ac:grpSpMkLst>
        </pc:grpChg>
        <pc:grpChg chg="add mod">
          <ac:chgData name="Nicholas O'Neil" userId="78f44e54-9855-4a1c-aaeb-c7b2e080d402" providerId="ADAL" clId="{0144DA6D-9861-4AE0-AFDC-7684EC07EF28}" dt="2026-05-21T15:14:15.119" v="362" actId="1076"/>
          <ac:grpSpMkLst>
            <pc:docMk/>
            <pc:sldMk cId="2023633894" sldId="264"/>
            <ac:grpSpMk id="51" creationId="{FAB59ADC-7200-4CD7-2912-5BB36EC5282B}"/>
          </ac:grpSpMkLst>
        </pc:grpChg>
        <pc:picChg chg="add del mod">
          <ac:chgData name="Nicholas O'Neil" userId="78f44e54-9855-4a1c-aaeb-c7b2e080d402" providerId="ADAL" clId="{0144DA6D-9861-4AE0-AFDC-7684EC07EF28}" dt="2026-05-21T15:11:04.268" v="309" actId="478"/>
          <ac:picMkLst>
            <pc:docMk/>
            <pc:sldMk cId="2023633894" sldId="264"/>
            <ac:picMk id="27" creationId="{35D0BE85-FFD8-A396-8D60-9E5E9DA6D8EC}"/>
          </ac:picMkLst>
        </pc:picChg>
        <pc:picChg chg="add mod">
          <ac:chgData name="Nicholas O'Neil" userId="78f44e54-9855-4a1c-aaeb-c7b2e080d402" providerId="ADAL" clId="{0144DA6D-9861-4AE0-AFDC-7684EC07EF28}" dt="2026-05-21T15:12:28.568" v="331" actId="1036"/>
          <ac:picMkLst>
            <pc:docMk/>
            <pc:sldMk cId="2023633894" sldId="264"/>
            <ac:picMk id="29" creationId="{F2F79D12-608B-81C9-9155-D7578FCBBC85}"/>
          </ac:picMkLst>
        </pc:picChg>
        <pc:picChg chg="del">
          <ac:chgData name="Nicholas O'Neil" userId="78f44e54-9855-4a1c-aaeb-c7b2e080d402" providerId="ADAL" clId="{0144DA6D-9861-4AE0-AFDC-7684EC07EF28}" dt="2026-05-21T15:07:44.562" v="249" actId="478"/>
          <ac:picMkLst>
            <pc:docMk/>
            <pc:sldMk cId="2023633894" sldId="264"/>
            <ac:picMk id="33" creationId="{CCA4A861-F209-E11E-2204-28A22449FD69}"/>
          </ac:picMkLst>
        </pc:picChg>
        <pc:picChg chg="add del">
          <ac:chgData name="Nicholas O'Neil" userId="78f44e54-9855-4a1c-aaeb-c7b2e080d402" providerId="ADAL" clId="{0144DA6D-9861-4AE0-AFDC-7684EC07EF28}" dt="2026-05-21T15:11:25.111" v="312" actId="22"/>
          <ac:picMkLst>
            <pc:docMk/>
            <pc:sldMk cId="2023633894" sldId="264"/>
            <ac:picMk id="34" creationId="{659E8B61-D316-2EBE-D573-0973F46FB815}"/>
          </ac:picMkLst>
        </pc:picChg>
        <pc:picChg chg="add del">
          <ac:chgData name="Nicholas O'Neil" userId="78f44e54-9855-4a1c-aaeb-c7b2e080d402" providerId="ADAL" clId="{0144DA6D-9861-4AE0-AFDC-7684EC07EF28}" dt="2026-05-21T15:11:28.886" v="316" actId="22"/>
          <ac:picMkLst>
            <pc:docMk/>
            <pc:sldMk cId="2023633894" sldId="264"/>
            <ac:picMk id="38" creationId="{090B0F22-F3BE-C10F-2D75-28C91CB0378B}"/>
          </ac:picMkLst>
        </pc:picChg>
        <pc:picChg chg="mod">
          <ac:chgData name="Nicholas O'Neil" userId="78f44e54-9855-4a1c-aaeb-c7b2e080d402" providerId="ADAL" clId="{0144DA6D-9861-4AE0-AFDC-7684EC07EF28}" dt="2026-05-21T15:55:47.421" v="746"/>
          <ac:picMkLst>
            <pc:docMk/>
            <pc:sldMk cId="2023633894" sldId="264"/>
            <ac:picMk id="38" creationId="{0AF168ED-5FC9-B236-FA57-552AD1FE2A80}"/>
          </ac:picMkLst>
        </pc:picChg>
        <pc:picChg chg="mod">
          <ac:chgData name="Nicholas O'Neil" userId="78f44e54-9855-4a1c-aaeb-c7b2e080d402" providerId="ADAL" clId="{0144DA6D-9861-4AE0-AFDC-7684EC07EF28}" dt="2026-05-21T15:12:58.957" v="339"/>
          <ac:picMkLst>
            <pc:docMk/>
            <pc:sldMk cId="2023633894" sldId="264"/>
            <ac:picMk id="44" creationId="{964C5334-BE31-5CEF-33C1-FE9530F90C3C}"/>
          </ac:picMkLst>
        </pc:picChg>
        <pc:picChg chg="mod">
          <ac:chgData name="Nicholas O'Neil" userId="78f44e54-9855-4a1c-aaeb-c7b2e080d402" providerId="ADAL" clId="{0144DA6D-9861-4AE0-AFDC-7684EC07EF28}" dt="2026-05-21T15:13:21.290" v="352"/>
          <ac:picMkLst>
            <pc:docMk/>
            <pc:sldMk cId="2023633894" sldId="264"/>
            <ac:picMk id="48" creationId="{09663D40-223F-9881-9A2F-0A702674C549}"/>
          </ac:picMkLst>
        </pc:picChg>
        <pc:picChg chg="mod">
          <ac:chgData name="Nicholas O'Neil" userId="78f44e54-9855-4a1c-aaeb-c7b2e080d402" providerId="ADAL" clId="{0144DA6D-9861-4AE0-AFDC-7684EC07EF28}" dt="2026-05-21T15:14:13.303" v="361"/>
          <ac:picMkLst>
            <pc:docMk/>
            <pc:sldMk cId="2023633894" sldId="264"/>
            <ac:picMk id="52" creationId="{A9111D1F-FB8D-6D2F-8E3B-16D04EA6A9C6}"/>
          </ac:picMkLst>
        </pc:picChg>
        <pc:cxnChg chg="del mod">
          <ac:chgData name="Nicholas O'Neil" userId="78f44e54-9855-4a1c-aaeb-c7b2e080d402" providerId="ADAL" clId="{0144DA6D-9861-4AE0-AFDC-7684EC07EF28}" dt="2026-05-21T15:08:09.817" v="276" actId="478"/>
          <ac:cxnSpMkLst>
            <pc:docMk/>
            <pc:sldMk cId="2023633894" sldId="264"/>
            <ac:cxnSpMk id="14" creationId="{319EC168-66D1-5C15-FEFB-579853A2C500}"/>
          </ac:cxnSpMkLst>
        </pc:cxnChg>
        <pc:cxnChg chg="del mod">
          <ac:chgData name="Nicholas O'Neil" userId="78f44e54-9855-4a1c-aaeb-c7b2e080d402" providerId="ADAL" clId="{0144DA6D-9861-4AE0-AFDC-7684EC07EF28}" dt="2026-05-21T15:08:02.917" v="269" actId="478"/>
          <ac:cxnSpMkLst>
            <pc:docMk/>
            <pc:sldMk cId="2023633894" sldId="264"/>
            <ac:cxnSpMk id="15" creationId="{01097B27-6C5B-DEEE-48BC-64A0A28AC580}"/>
          </ac:cxnSpMkLst>
        </pc:cxnChg>
        <pc:cxnChg chg="del mod">
          <ac:chgData name="Nicholas O'Neil" userId="78f44e54-9855-4a1c-aaeb-c7b2e080d402" providerId="ADAL" clId="{0144DA6D-9861-4AE0-AFDC-7684EC07EF28}" dt="2026-05-21T15:08:09.817" v="276" actId="478"/>
          <ac:cxnSpMkLst>
            <pc:docMk/>
            <pc:sldMk cId="2023633894" sldId="264"/>
            <ac:cxnSpMk id="16" creationId="{5825162A-2EEF-6F9A-EFDD-E8B9393D787E}"/>
          </ac:cxnSpMkLst>
        </pc:cxnChg>
      </pc:sldChg>
      <pc:sldChg chg="add modNotes modNotesTx">
        <pc:chgData name="Nicholas O'Neil" userId="78f44e54-9855-4a1c-aaeb-c7b2e080d402" providerId="ADAL" clId="{0144DA6D-9861-4AE0-AFDC-7684EC07EF28}" dt="2026-05-21T19:45:46.235" v="1121" actId="20577"/>
        <pc:sldMkLst>
          <pc:docMk/>
          <pc:sldMk cId="0" sldId="265"/>
        </pc:sldMkLst>
      </pc:sldChg>
      <pc:sldChg chg="modSp add mod modNotes modNotesTx">
        <pc:chgData name="Nicholas O'Neil" userId="78f44e54-9855-4a1c-aaeb-c7b2e080d402" providerId="ADAL" clId="{0144DA6D-9861-4AE0-AFDC-7684EC07EF28}" dt="2026-05-21T19:49:17.217" v="1142" actId="20577"/>
        <pc:sldMkLst>
          <pc:docMk/>
          <pc:sldMk cId="0" sldId="266"/>
        </pc:sldMkLst>
        <pc:spChg chg="mod">
          <ac:chgData name="Nicholas O'Neil" userId="78f44e54-9855-4a1c-aaeb-c7b2e080d402" providerId="ADAL" clId="{0144DA6D-9861-4AE0-AFDC-7684EC07EF28}" dt="2026-05-21T16:13:16.559" v="911" actId="20577"/>
          <ac:spMkLst>
            <pc:docMk/>
            <pc:sldMk cId="0" sldId="266"/>
            <ac:spMk id="8" creationId="{00000000-0000-0000-0000-000000000000}"/>
          </ac:spMkLst>
        </pc:spChg>
      </pc:sldChg>
      <pc:sldChg chg="add modNotes modNotesTx">
        <pc:chgData name="Nicholas O'Neil" userId="78f44e54-9855-4a1c-aaeb-c7b2e080d402" providerId="ADAL" clId="{0144DA6D-9861-4AE0-AFDC-7684EC07EF28}" dt="2026-05-21T19:52:19.047" v="1179" actId="20577"/>
        <pc:sldMkLst>
          <pc:docMk/>
          <pc:sldMk cId="0" sldId="267"/>
        </pc:sldMkLst>
      </pc:sldChg>
      <pc:sldChg chg="addSp delSp modSp add del mod modAnim modNotesTx">
        <pc:chgData name="Nicholas O'Neil" userId="78f44e54-9855-4a1c-aaeb-c7b2e080d402" providerId="ADAL" clId="{0144DA6D-9861-4AE0-AFDC-7684EC07EF28}" dt="2026-05-21T20:33:57.123" v="1221" actId="14100"/>
        <pc:sldMkLst>
          <pc:docMk/>
          <pc:sldMk cId="0" sldId="268"/>
        </pc:sldMkLst>
        <pc:spChg chg="del mod">
          <ac:chgData name="Nicholas O'Neil" userId="78f44e54-9855-4a1c-aaeb-c7b2e080d402" providerId="ADAL" clId="{0144DA6D-9861-4AE0-AFDC-7684EC07EF28}" dt="2026-05-21T16:57:23.249" v="951" actId="478"/>
          <ac:spMkLst>
            <pc:docMk/>
            <pc:sldMk cId="0" sldId="268"/>
            <ac:spMk id="8" creationId="{00000000-0000-0000-0000-000000000000}"/>
          </ac:spMkLst>
        </pc:spChg>
        <pc:picChg chg="add mod">
          <ac:chgData name="Nicholas O'Neil" userId="78f44e54-9855-4a1c-aaeb-c7b2e080d402" providerId="ADAL" clId="{0144DA6D-9861-4AE0-AFDC-7684EC07EF28}" dt="2026-05-21T16:58:10.311" v="958" actId="1076"/>
          <ac:picMkLst>
            <pc:docMk/>
            <pc:sldMk cId="0" sldId="268"/>
            <ac:picMk id="14" creationId="{4446FC28-22AA-00AB-D7B8-38BB4158818B}"/>
          </ac:picMkLst>
        </pc:picChg>
        <pc:picChg chg="add mod">
          <ac:chgData name="Nicholas O'Neil" userId="78f44e54-9855-4a1c-aaeb-c7b2e080d402" providerId="ADAL" clId="{0144DA6D-9861-4AE0-AFDC-7684EC07EF28}" dt="2026-05-21T16:52:18.141" v="948" actId="14100"/>
          <ac:picMkLst>
            <pc:docMk/>
            <pc:sldMk cId="0" sldId="268"/>
            <ac:picMk id="14" creationId="{FEEDFCC0-88D5-04FD-3011-74934B568B52}"/>
          </ac:picMkLst>
        </pc:picChg>
        <pc:picChg chg="add mod">
          <ac:chgData name="Nicholas O'Neil" userId="78f44e54-9855-4a1c-aaeb-c7b2e080d402" providerId="ADAL" clId="{0144DA6D-9861-4AE0-AFDC-7684EC07EF28}" dt="2026-05-21T20:33:13.346" v="1213" actId="1076"/>
          <ac:picMkLst>
            <pc:docMk/>
            <pc:sldMk cId="0" sldId="268"/>
            <ac:picMk id="15" creationId="{F8D9D076-2D8F-D202-C258-1DB7D6A32E2A}"/>
          </ac:picMkLst>
        </pc:picChg>
        <pc:picChg chg="add mod">
          <ac:chgData name="Nicholas O'Neil" userId="78f44e54-9855-4a1c-aaeb-c7b2e080d402" providerId="ADAL" clId="{0144DA6D-9861-4AE0-AFDC-7684EC07EF28}" dt="2026-05-21T20:33:57.123" v="1221" actId="14100"/>
          <ac:picMkLst>
            <pc:docMk/>
            <pc:sldMk cId="0" sldId="268"/>
            <ac:picMk id="17" creationId="{BB6B98D0-D09F-9D87-B9E4-E18CD0BC922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4E654-DA57-4396-8AD9-87A2BF002B12}"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EC9E35-05D0-41BC-9EF8-72D6B1EB9E07}" type="slidenum">
              <a:rPr lang="en-US" smtClean="0"/>
              <a:t>‹#›</a:t>
            </a:fld>
            <a:endParaRPr lang="en-US"/>
          </a:p>
        </p:txBody>
      </p:sp>
    </p:spTree>
    <p:extLst>
      <p:ext uri="{BB962C8B-B14F-4D97-AF65-F5344CB8AC3E}">
        <p14:creationId xmlns:p14="http://schemas.microsoft.com/office/powerpoint/2010/main" val="3571994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youtube.com/watch?v=CtHaBmoi9B4"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We’re presenting Use Case 4: the </a:t>
            </a:r>
            <a:r>
              <a:rPr lang="en-US" sz="1200" b="0" i="0" kern="1200" dirty="0">
                <a:solidFill>
                  <a:schemeClr val="tx1"/>
                </a:solidFill>
                <a:effectLst/>
                <a:latin typeface="+mn-lt"/>
                <a:ea typeface="+mn-ea"/>
                <a:cs typeface="+mn-cs"/>
              </a:rPr>
              <a:t>AI </a:t>
            </a:r>
            <a:r>
              <a:rPr lang="en-US" sz="1200" b="0" i="0" kern="1200">
                <a:solidFill>
                  <a:schemeClr val="tx1"/>
                </a:solidFill>
                <a:effectLst/>
                <a:latin typeface="+mn-lt"/>
                <a:ea typeface="+mn-ea"/>
                <a:cs typeface="+mn-cs"/>
              </a:rPr>
              <a:t>Ambient Guardian—a privacy-first </a:t>
            </a:r>
            <a:r>
              <a:rPr lang="en-US" sz="1200" b="0" i="0" kern="1200" dirty="0">
                <a:solidFill>
                  <a:schemeClr val="tx1"/>
                </a:solidFill>
                <a:effectLst/>
                <a:latin typeface="+mn-lt"/>
                <a:ea typeface="+mn-ea"/>
                <a:cs typeface="+mn-cs"/>
              </a:rPr>
              <a:t>ambient </a:t>
            </a:r>
            <a:r>
              <a:rPr lang="en-US" sz="1200" b="0" i="0" kern="1200">
                <a:solidFill>
                  <a:schemeClr val="tx1"/>
                </a:solidFill>
                <a:effectLst/>
                <a:latin typeface="+mn-lt"/>
                <a:ea typeface="+mn-ea"/>
                <a:cs typeface="+mn-cs"/>
              </a:rPr>
              <a:t>AI system </a:t>
            </a:r>
            <a:r>
              <a:rPr lang="en-US" sz="1200" b="0" i="0" kern="1200" dirty="0">
                <a:solidFill>
                  <a:schemeClr val="tx1"/>
                </a:solidFill>
                <a:effectLst/>
                <a:latin typeface="+mn-lt"/>
                <a:ea typeface="+mn-ea"/>
                <a:cs typeface="+mn-cs"/>
              </a:rPr>
              <a:t>for semi-independent living.</a:t>
            </a:r>
            <a:r>
              <a:rPr lang="en-US" sz="1200" b="0" i="0" kern="1200">
                <a:solidFill>
                  <a:schemeClr val="tx1"/>
                </a:solidFill>
                <a:effectLst/>
                <a:latin typeface="+mn-lt"/>
                <a:ea typeface="+mn-ea"/>
                <a:cs typeface="+mn-cs"/>
              </a:rPr>
              <a:t> The core innovation is that we don’t just detect motion—we understand intent. Our system combines edge vision, IoT sensors</a:t>
            </a:r>
            <a:r>
              <a:rPr lang="en-US" sz="1200" b="0" i="0" kern="1200" dirty="0">
                <a:solidFill>
                  <a:schemeClr val="tx1"/>
                </a:solidFill>
                <a:effectLst/>
                <a:latin typeface="+mn-lt"/>
                <a:ea typeface="+mn-ea"/>
                <a:cs typeface="+mn-cs"/>
              </a:rPr>
              <a:t>, </a:t>
            </a:r>
            <a:r>
              <a:rPr lang="en-US" sz="1200" b="0" i="0" kern="1200">
                <a:solidFill>
                  <a:schemeClr val="tx1"/>
                </a:solidFill>
                <a:effectLst/>
                <a:latin typeface="+mn-lt"/>
                <a:ea typeface="+mn-ea"/>
                <a:cs typeface="+mn-cs"/>
              </a:rPr>
              <a:t>and a behavioral reasoning layer to distinguish routine from emergency </a:t>
            </a:r>
            <a:r>
              <a:rPr lang="en-US" sz="1200" b="0" i="0" kern="1200" dirty="0">
                <a:solidFill>
                  <a:schemeClr val="tx1"/>
                </a:solidFill>
                <a:effectLst/>
                <a:latin typeface="+mn-lt"/>
                <a:ea typeface="+mn-ea"/>
                <a:cs typeface="+mn-cs"/>
              </a:rPr>
              <a:t>in real time, without </a:t>
            </a:r>
            <a:r>
              <a:rPr lang="en-US" sz="1200" b="0" i="0" kern="1200">
                <a:solidFill>
                  <a:schemeClr val="tx1"/>
                </a:solidFill>
                <a:effectLst/>
                <a:latin typeface="+mn-lt"/>
                <a:ea typeface="+mn-ea"/>
                <a:cs typeface="+mn-cs"/>
              </a:rPr>
              <a:t>constant human monitoring.</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BAEC9E35-05D0-41BC-9EF8-72D6B1EB9E07}" type="slidenum">
              <a:rPr lang="en-US" smtClean="0"/>
              <a:t>1</a:t>
            </a:fld>
            <a:endParaRPr lang="en-US"/>
          </a:p>
        </p:txBody>
      </p:sp>
    </p:spTree>
    <p:extLst>
      <p:ext uri="{BB962C8B-B14F-4D97-AF65-F5344CB8AC3E}">
        <p14:creationId xmlns:p14="http://schemas.microsoft.com/office/powerpoint/2010/main" val="1467177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We’re a five-person global team. Each member maps to a key layer of the system—from edge AI and behavioral modeling to Azure infrastructure and full-stack development. This alignment let us design and build the full pipeline end-to-end within the hackathon timeline.</a:t>
            </a:r>
          </a:p>
        </p:txBody>
      </p:sp>
      <p:sp>
        <p:nvSpPr>
          <p:cNvPr id="4" name="Slide Number Placeholder 3"/>
          <p:cNvSpPr>
            <a:spLocks noGrp="1"/>
          </p:cNvSpPr>
          <p:nvPr>
            <p:ph type="sldNum" sz="quarter" idx="5"/>
          </p:nvPr>
        </p:nvSpPr>
        <p:spPr/>
        <p:txBody>
          <a:bodyPr/>
          <a:lstStyle/>
          <a:p>
            <a:fld id="{BAEC9E35-05D0-41BC-9EF8-72D6B1EB9E07}" type="slidenum">
              <a:rPr lang="en-US" smtClean="0"/>
              <a:t>2</a:t>
            </a:fld>
            <a:endParaRPr lang="en-US"/>
          </a:p>
        </p:txBody>
      </p:sp>
    </p:spTree>
    <p:extLst>
      <p:ext uri="{BB962C8B-B14F-4D97-AF65-F5344CB8AC3E}">
        <p14:creationId xmlns:p14="http://schemas.microsoft.com/office/powerpoint/2010/main" val="3262038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Current safety systems rely on reactive motion thresholds. They trigger alerts without context, creating fatigue and missed warnings. The side-by-side comparison shows the gap: a traditional system sees motion and stops there. Ours traces the full behavioral sequence—wake pattern, door approach, no return—and classifies it as risk. The problem isn’t detection. It’s understanding.</a:t>
            </a:r>
          </a:p>
        </p:txBody>
      </p:sp>
      <p:sp>
        <p:nvSpPr>
          <p:cNvPr id="4" name="Slide Number Placeholder 3"/>
          <p:cNvSpPr>
            <a:spLocks noGrp="1"/>
          </p:cNvSpPr>
          <p:nvPr>
            <p:ph type="sldNum" sz="quarter" idx="5"/>
          </p:nvPr>
        </p:nvSpPr>
        <p:spPr/>
        <p:txBody>
          <a:bodyPr/>
          <a:lstStyle/>
          <a:p>
            <a:fld id="{BAEC9E35-05D0-41BC-9EF8-72D6B1EB9E07}" type="slidenum">
              <a:rPr lang="en-US" smtClean="0"/>
              <a:t>3</a:t>
            </a:fld>
            <a:endParaRPr lang="en-US"/>
          </a:p>
        </p:txBody>
      </p:sp>
    </p:spTree>
    <p:extLst>
      <p:ext uri="{BB962C8B-B14F-4D97-AF65-F5344CB8AC3E}">
        <p14:creationId xmlns:p14="http://schemas.microsoft.com/office/powerpoint/2010/main" val="508099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slide maps requirements directly to what we built. The Behavioral Twin handles routine learning. The Intent Engine handles deviation interpretation. Multimodal fusion covers the sensor requirement. And our four-level classification system handles real-time output. We don’t just meet the requirements—we go further with behavioral drift detection and explainability.</a:t>
            </a:r>
          </a:p>
        </p:txBody>
      </p:sp>
      <p:sp>
        <p:nvSpPr>
          <p:cNvPr id="4" name="Slide Number Placeholder 3"/>
          <p:cNvSpPr>
            <a:spLocks noGrp="1"/>
          </p:cNvSpPr>
          <p:nvPr>
            <p:ph type="sldNum" sz="quarter" idx="5"/>
          </p:nvPr>
        </p:nvSpPr>
        <p:spPr/>
        <p:txBody>
          <a:bodyPr/>
          <a:lstStyle/>
          <a:p>
            <a:fld id="{BAEC9E35-05D0-41BC-9EF8-72D6B1EB9E07}" type="slidenum">
              <a:rPr lang="en-US" smtClean="0"/>
              <a:t>4</a:t>
            </a:fld>
            <a:endParaRPr lang="en-US"/>
          </a:p>
        </p:txBody>
      </p:sp>
    </p:spTree>
    <p:extLst>
      <p:ext uri="{BB962C8B-B14F-4D97-AF65-F5344CB8AC3E}">
        <p14:creationId xmlns:p14="http://schemas.microsoft.com/office/powerpoint/2010/main" val="1467177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Our solution has three pillars. The Behavioral Twin learns each resident’s daily routines and tracks patterns over time—it defines what normal looks like. The Intent Engine goes beyond anomaly flagging—it interprets deviations and explains why something is a risk</a:t>
            </a:r>
            <a:r>
              <a:rPr lang="en-US" sz="1200" b="0" i="0" kern="1200" dirty="0">
                <a:solidFill>
                  <a:schemeClr val="tx1"/>
                </a:solidFill>
                <a:effectLst/>
                <a:latin typeface="+mn-lt"/>
                <a:ea typeface="+mn-ea"/>
                <a:cs typeface="+mn-cs"/>
              </a:rPr>
              <a:t>.</a:t>
            </a:r>
            <a:r>
              <a:rPr lang="en-US" sz="1200" b="0" i="0" kern="1200">
                <a:solidFill>
                  <a:schemeClr val="tx1"/>
                </a:solidFill>
                <a:effectLst/>
                <a:latin typeface="+mn-lt"/>
                <a:ea typeface="+mn-ea"/>
                <a:cs typeface="+mn-cs"/>
              </a:rPr>
              <a:t> Ambient Monitoring fuses vision </a:t>
            </a:r>
            <a:r>
              <a:rPr lang="en-US" sz="1200" b="0" i="0" kern="1200" dirty="0">
                <a:solidFill>
                  <a:schemeClr val="tx1"/>
                </a:solidFill>
                <a:effectLst/>
                <a:latin typeface="+mn-lt"/>
                <a:ea typeface="+mn-ea"/>
                <a:cs typeface="+mn-cs"/>
              </a:rPr>
              <a:t>and </a:t>
            </a:r>
            <a:r>
              <a:rPr lang="en-US" sz="1200" b="0" i="0" kern="1200">
                <a:solidFill>
                  <a:schemeClr val="tx1"/>
                </a:solidFill>
                <a:effectLst/>
                <a:latin typeface="+mn-lt"/>
                <a:ea typeface="+mn-ea"/>
                <a:cs typeface="+mn-cs"/>
              </a:rPr>
              <a:t>IoT data while keeping privacy at the core</a:t>
            </a:r>
            <a:r>
              <a:rPr lang="en-US" sz="1200" b="0" i="0" kern="1200" dirty="0">
                <a:solidFill>
                  <a:schemeClr val="tx1"/>
                </a:solidFill>
                <a:effectLst/>
                <a:latin typeface="+mn-lt"/>
                <a:ea typeface="+mn-ea"/>
                <a:cs typeface="+mn-cs"/>
              </a:rPr>
              <a:t>.</a:t>
            </a:r>
            <a:r>
              <a:rPr lang="en-US" sz="1200" b="0" i="0" kern="1200">
                <a:solidFill>
                  <a:schemeClr val="tx1"/>
                </a:solidFill>
                <a:effectLst/>
                <a:latin typeface="+mn-lt"/>
                <a:ea typeface="+mn-ea"/>
                <a:cs typeface="+mn-cs"/>
              </a:rPr>
              <a:t> Together</a:t>
            </a:r>
            <a:r>
              <a:rPr lang="en-US" sz="1200" b="0" i="0" kern="1200" dirty="0">
                <a:solidFill>
                  <a:schemeClr val="tx1"/>
                </a:solidFill>
                <a:effectLst/>
                <a:latin typeface="+mn-lt"/>
                <a:ea typeface="+mn-ea"/>
                <a:cs typeface="+mn-cs"/>
              </a:rPr>
              <a:t>, they </a:t>
            </a:r>
            <a:r>
              <a:rPr lang="en-US" sz="1200" b="0" i="0" kern="1200">
                <a:solidFill>
                  <a:schemeClr val="tx1"/>
                </a:solidFill>
                <a:effectLst/>
                <a:latin typeface="+mn-lt"/>
                <a:ea typeface="+mn-ea"/>
                <a:cs typeface="+mn-cs"/>
              </a:rPr>
              <a:t>move us from simple detection to genuine understanding</a:t>
            </a:r>
            <a:r>
              <a:rPr lang="en-US" sz="1200" b="0" i="0" kern="1200" dirty="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BAEC9E35-05D0-41BC-9EF8-72D6B1EB9E07}" type="slidenum">
              <a:rPr lang="en-US" smtClean="0"/>
              <a:t>5</a:t>
            </a:fld>
            <a:endParaRPr lang="en-US"/>
          </a:p>
        </p:txBody>
      </p:sp>
    </p:spTree>
    <p:extLst>
      <p:ext uri="{BB962C8B-B14F-4D97-AF65-F5344CB8AC3E}">
        <p14:creationId xmlns:p14="http://schemas.microsoft.com/office/powerpoint/2010/main" val="2976529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is our Azure first-party pipeline, end to end. Edge devices run privacy-safe vision that produces structured events—not raw video. Azure IoT Hub handles real-time ingestion. Stream Analytics computes time windows, transitions, and dwell metrics. The AI layer runs the Behavioral Twin and Intent Engine for classification. Everything surfaces through a caregiver dashboard with alerts and an explainable narrative timeline.</a:t>
            </a:r>
          </a:p>
        </p:txBody>
      </p:sp>
      <p:sp>
        <p:nvSpPr>
          <p:cNvPr id="4" name="Slide Number Placeholder 3"/>
          <p:cNvSpPr>
            <a:spLocks noGrp="1"/>
          </p:cNvSpPr>
          <p:nvPr>
            <p:ph type="sldNum" sz="quarter" idx="5"/>
          </p:nvPr>
        </p:nvSpPr>
        <p:spPr/>
        <p:txBody>
          <a:bodyPr/>
          <a:lstStyle/>
          <a:p>
            <a:fld id="{BAEC9E35-05D0-41BC-9EF8-72D6B1EB9E07}" type="slidenum">
              <a:rPr lang="en-US" smtClean="0"/>
              <a:t>6</a:t>
            </a:fld>
            <a:endParaRPr lang="en-US"/>
          </a:p>
        </p:txBody>
      </p:sp>
    </p:spTree>
    <p:extLst>
      <p:ext uri="{BB962C8B-B14F-4D97-AF65-F5344CB8AC3E}">
        <p14:creationId xmlns:p14="http://schemas.microsoft.com/office/powerpoint/2010/main" val="1634466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slide shows how we control data flow between system components. On the left, three data producers: the Vision Agent that generates behavioral events, our AI decision engine, and the Caregiver Interface. In the middle, the access control layer enforces policy-based permissions—each service only gets the specific behavioral signals it needs, nothing more. On the right, authorized consumers like the Behavioral Twin, Intent Engine, and alerting systems. The key point: no service ever touches raw video. Everything flows as structured events through scoped, permission-controlled streams. This is how we deliver privacy by architecture, not just by policy.</a:t>
            </a:r>
          </a:p>
        </p:txBody>
      </p:sp>
      <p:sp>
        <p:nvSpPr>
          <p:cNvPr id="4" name="Slide Number Placeholder 3"/>
          <p:cNvSpPr>
            <a:spLocks noGrp="1"/>
          </p:cNvSpPr>
          <p:nvPr>
            <p:ph type="sldNum" sz="quarter" idx="5"/>
          </p:nvPr>
        </p:nvSpPr>
        <p:spPr/>
        <p:txBody>
          <a:bodyPr/>
          <a:lstStyle/>
          <a:p>
            <a:fld id="{BAEC9E35-05D0-41BC-9EF8-72D6B1EB9E07}"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slide explains our edge vision pipeline. We run YOLO models directly on edge hardware—a Jetson Nano or equivalent—for real-time pose estimation and movement detection. The critical design choice: we never store or transmit raw video. Instead, the system publishes structured behavioral events like the JSON example shown here. A fall detection event includes the event type, confidence score, camera zone, pose confidence, and how long the person has been inactive after the fall. This is what the downstream AI layer actually needs—not pixels, not video frames, just actionable behavioral signals. It’s privacy-first by design: we see patterns, not people.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YOLO = YOU ONLY LOOK ONCE.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“YOLO is the model that lets us detect human posture and movement in real time. It looks at the entire scene once and produces structured behavioral signals instead of raw video, which is critical for both performance and privacy.”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Jetson Nano</a:t>
            </a:r>
            <a:r>
              <a:rPr lang="en-US" sz="1200" b="0" i="0" kern="1200" dirty="0">
                <a:solidFill>
                  <a:schemeClr val="tx1"/>
                </a:solidFill>
                <a:effectLst/>
                <a:latin typeface="+mn-lt"/>
                <a:ea typeface="+mn-ea"/>
                <a:cs typeface="+mn-cs"/>
              </a:rPr>
              <a:t> is a </a:t>
            </a:r>
            <a:r>
              <a:rPr lang="en-US" sz="1200" b="1" i="0" kern="1200" dirty="0">
                <a:solidFill>
                  <a:schemeClr val="tx1"/>
                </a:solidFill>
                <a:effectLst/>
                <a:latin typeface="+mn-lt"/>
                <a:ea typeface="+mn-ea"/>
                <a:cs typeface="+mn-cs"/>
              </a:rPr>
              <a:t>small edge AI computer</a:t>
            </a:r>
            <a:r>
              <a:rPr lang="en-US" sz="1200" b="0" i="0" kern="1200" dirty="0">
                <a:solidFill>
                  <a:schemeClr val="tx1"/>
                </a:solidFill>
                <a:effectLst/>
                <a:latin typeface="+mn-lt"/>
                <a:ea typeface="+mn-ea"/>
                <a:cs typeface="+mn-cs"/>
              </a:rPr>
              <a:t> made by NVIDIA.</a:t>
            </a:r>
          </a:p>
          <a:p>
            <a:pPr fontAlgn="t"/>
            <a:r>
              <a:rPr lang="en-US" sz="1200" b="0" i="0" kern="1200" dirty="0">
                <a:solidFill>
                  <a:schemeClr val="tx1"/>
                </a:solidFill>
                <a:effectLst/>
                <a:latin typeface="+mn-lt"/>
                <a:ea typeface="+mn-ea"/>
                <a:cs typeface="+mn-cs"/>
              </a:rPr>
              <a:t>👉 Think of it as: a mini-computer with a built-in GPU designed to run AI models (like YOLO) locally.</a:t>
            </a:r>
          </a:p>
        </p:txBody>
      </p:sp>
      <p:sp>
        <p:nvSpPr>
          <p:cNvPr id="4" name="Slide Number Placeholder 3"/>
          <p:cNvSpPr>
            <a:spLocks noGrp="1"/>
          </p:cNvSpPr>
          <p:nvPr>
            <p:ph type="sldNum" sz="quarter" idx="5"/>
          </p:nvPr>
        </p:nvSpPr>
        <p:spPr/>
        <p:txBody>
          <a:bodyPr/>
          <a:lstStyle/>
          <a:p>
            <a:fld id="{BAEC9E35-05D0-41BC-9EF8-72D6B1EB9E07}"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This is our key differentiator. Most systems stop at anomaly detection—they flag deviations but don’t explain them. We add </a:t>
            </a:r>
            <a:r>
              <a:rPr lang="en-US" sz="1200" b="0" i="0" kern="1200" dirty="0">
                <a:solidFill>
                  <a:schemeClr val="tx1"/>
                </a:solidFill>
                <a:effectLst/>
                <a:latin typeface="+mn-lt"/>
                <a:ea typeface="+mn-ea"/>
                <a:cs typeface="+mn-cs"/>
              </a:rPr>
              <a:t>an </a:t>
            </a:r>
            <a:r>
              <a:rPr lang="en-US" sz="1200" b="0" i="0" kern="1200">
                <a:solidFill>
                  <a:schemeClr val="tx1"/>
                </a:solidFill>
                <a:effectLst/>
                <a:latin typeface="+mn-lt"/>
                <a:ea typeface="+mn-ea"/>
                <a:cs typeface="+mn-cs"/>
              </a:rPr>
              <a:t>Intent Engine on top of the Behavioral Twin</a:t>
            </a:r>
            <a:r>
              <a:rPr lang="en-US" sz="1200" b="0" i="0" kern="1200" dirty="0">
                <a:solidFill>
                  <a:schemeClr val="tx1"/>
                </a:solidFill>
                <a:effectLst/>
                <a:latin typeface="+mn-lt"/>
                <a:ea typeface="+mn-ea"/>
                <a:cs typeface="+mn-cs"/>
              </a:rPr>
              <a:t>.</a:t>
            </a:r>
            <a:r>
              <a:rPr lang="en-US" sz="1200" b="0" i="0" kern="1200">
                <a:solidFill>
                  <a:schemeClr val="tx1"/>
                </a:solidFill>
                <a:effectLst/>
                <a:latin typeface="+mn-lt"/>
                <a:ea typeface="+mn-ea"/>
                <a:cs typeface="+mn-cs"/>
              </a:rPr>
              <a:t> It takes </a:t>
            </a:r>
            <a:r>
              <a:rPr lang="en-US" sz="1200" b="0" i="0" kern="1200" dirty="0">
                <a:solidFill>
                  <a:schemeClr val="tx1"/>
                </a:solidFill>
                <a:effectLst/>
                <a:latin typeface="+mn-lt"/>
                <a:ea typeface="+mn-ea"/>
                <a:cs typeface="+mn-cs"/>
              </a:rPr>
              <a:t>the </a:t>
            </a:r>
            <a:r>
              <a:rPr lang="en-US" sz="1200" b="0" i="0" kern="1200">
                <a:solidFill>
                  <a:schemeClr val="tx1"/>
                </a:solidFill>
                <a:effectLst/>
                <a:latin typeface="+mn-lt"/>
                <a:ea typeface="+mn-ea"/>
                <a:cs typeface="+mn-cs"/>
              </a:rPr>
              <a:t>anomaly signal</a:t>
            </a:r>
            <a:r>
              <a:rPr lang="en-US" sz="1200" b="0" i="0" kern="1200" dirty="0">
                <a:solidFill>
                  <a:schemeClr val="tx1"/>
                </a:solidFill>
                <a:effectLst/>
                <a:latin typeface="+mn-lt"/>
                <a:ea typeface="+mn-ea"/>
                <a:cs typeface="+mn-cs"/>
              </a:rPr>
              <a:t>, </a:t>
            </a:r>
            <a:r>
              <a:rPr lang="en-US" sz="1200" b="0" i="0" kern="1200">
                <a:solidFill>
                  <a:schemeClr val="tx1"/>
                </a:solidFill>
                <a:effectLst/>
                <a:latin typeface="+mn-lt"/>
                <a:ea typeface="+mn-ea"/>
                <a:cs typeface="+mn-cs"/>
              </a:rPr>
              <a:t>layers in context </a:t>
            </a:r>
            <a:r>
              <a:rPr lang="en-US" sz="1200" b="0" i="0" kern="1200" dirty="0">
                <a:solidFill>
                  <a:schemeClr val="tx1"/>
                </a:solidFill>
                <a:effectLst/>
                <a:latin typeface="+mn-lt"/>
                <a:ea typeface="+mn-ea"/>
                <a:cs typeface="+mn-cs"/>
              </a:rPr>
              <a:t>and </a:t>
            </a:r>
            <a:r>
              <a:rPr lang="en-US" sz="1200" b="0" i="0" kern="1200">
                <a:solidFill>
                  <a:schemeClr val="tx1"/>
                </a:solidFill>
                <a:effectLst/>
                <a:latin typeface="+mn-lt"/>
                <a:ea typeface="+mn-ea"/>
                <a:cs typeface="+mn-cs"/>
              </a:rPr>
              <a:t>reasoning, </a:t>
            </a:r>
            <a:r>
              <a:rPr lang="en-US" sz="1200" b="0" i="0" kern="1200" dirty="0">
                <a:solidFill>
                  <a:schemeClr val="tx1"/>
                </a:solidFill>
                <a:effectLst/>
                <a:latin typeface="+mn-lt"/>
                <a:ea typeface="+mn-ea"/>
                <a:cs typeface="+mn-cs"/>
              </a:rPr>
              <a:t>and </a:t>
            </a:r>
            <a:r>
              <a:rPr lang="en-US" sz="1200" b="0" i="0" kern="1200">
                <a:solidFill>
                  <a:schemeClr val="tx1"/>
                </a:solidFill>
                <a:effectLst/>
                <a:latin typeface="+mn-lt"/>
                <a:ea typeface="+mn-ea"/>
                <a:cs typeface="+mn-cs"/>
              </a:rPr>
              <a:t>produces an explainable classification</a:t>
            </a:r>
            <a:r>
              <a:rPr lang="en-US" sz="1200" b="0" i="0" kern="1200" dirty="0">
                <a:solidFill>
                  <a:schemeClr val="tx1"/>
                </a:solidFill>
                <a:effectLst/>
                <a:latin typeface="+mn-lt"/>
                <a:ea typeface="+mn-ea"/>
                <a:cs typeface="+mn-cs"/>
              </a:rPr>
              <a:t>.</a:t>
            </a:r>
            <a:r>
              <a:rPr lang="en-US" sz="1200" b="0" i="0" kern="1200">
                <a:solidFill>
                  <a:schemeClr val="tx1"/>
                </a:solidFill>
                <a:effectLst/>
                <a:latin typeface="+mn-lt"/>
                <a:ea typeface="+mn-ea"/>
                <a:cs typeface="+mn-cs"/>
              </a:rPr>
              <a:t> Four clear levels: Normal, Elevated Risk, Emergency</a:t>
            </a:r>
            <a:r>
              <a:rPr lang="en-US" sz="1200" b="0" i="0" kern="1200" dirty="0">
                <a:solidFill>
                  <a:schemeClr val="tx1"/>
                </a:solidFill>
                <a:effectLst/>
                <a:latin typeface="+mn-lt"/>
                <a:ea typeface="+mn-ea"/>
                <a:cs typeface="+mn-cs"/>
              </a:rPr>
              <a:t>, and </a:t>
            </a:r>
            <a:r>
              <a:rPr lang="en-US" sz="1200" b="0" i="0" kern="1200">
                <a:solidFill>
                  <a:schemeClr val="tx1"/>
                </a:solidFill>
                <a:effectLst/>
                <a:latin typeface="+mn-lt"/>
                <a:ea typeface="+mn-ea"/>
                <a:cs typeface="+mn-cs"/>
              </a:rPr>
              <a:t>Elopement Risk</a:t>
            </a:r>
            <a:r>
              <a:rPr lang="en-US" sz="1200" b="0" i="0" kern="1200" dirty="0">
                <a:solidFill>
                  <a:schemeClr val="tx1"/>
                </a:solidFill>
                <a:effectLst/>
                <a:latin typeface="+mn-lt"/>
                <a:ea typeface="+mn-ea"/>
                <a:cs typeface="+mn-cs"/>
              </a:rPr>
              <a:t>.</a:t>
            </a:r>
            <a:r>
              <a:rPr lang="en-US" sz="1200" b="0" i="0" kern="1200">
                <a:solidFill>
                  <a:schemeClr val="tx1"/>
                </a:solidFill>
                <a:effectLst/>
                <a:latin typeface="+mn-lt"/>
                <a:ea typeface="+mn-ea"/>
                <a:cs typeface="+mn-cs"/>
              </a:rPr>
              <a:t> Each comes with a reason</a:t>
            </a:r>
            <a:r>
              <a:rPr lang="en-US" sz="1200" b="0" i="0" kern="1200" dirty="0">
                <a:solidFill>
                  <a:schemeClr val="tx1"/>
                </a:solidFill>
                <a:effectLst/>
                <a:latin typeface="+mn-lt"/>
                <a:ea typeface="+mn-ea"/>
                <a:cs typeface="+mn-cs"/>
              </a:rPr>
              <a:t>, </a:t>
            </a:r>
            <a:r>
              <a:rPr lang="en-US" sz="1200" b="0" i="0" kern="1200">
                <a:solidFill>
                  <a:schemeClr val="tx1"/>
                </a:solidFill>
                <a:effectLst/>
                <a:latin typeface="+mn-lt"/>
                <a:ea typeface="+mn-ea"/>
                <a:cs typeface="+mn-cs"/>
              </a:rPr>
              <a:t>not just </a:t>
            </a:r>
            <a:r>
              <a:rPr lang="en-US" sz="1200" b="0" i="0" kern="1200" dirty="0">
                <a:solidFill>
                  <a:schemeClr val="tx1"/>
                </a:solidFill>
                <a:effectLst/>
                <a:latin typeface="+mn-lt"/>
                <a:ea typeface="+mn-ea"/>
                <a:cs typeface="+mn-cs"/>
              </a:rPr>
              <a:t>a </a:t>
            </a:r>
            <a:r>
              <a:rPr lang="en-US" sz="1200" b="0" i="0" kern="1200">
                <a:solidFill>
                  <a:schemeClr val="tx1"/>
                </a:solidFill>
                <a:effectLst/>
                <a:latin typeface="+mn-lt"/>
                <a:ea typeface="+mn-ea"/>
                <a:cs typeface="+mn-cs"/>
              </a:rPr>
              <a:t>score.</a:t>
            </a:r>
          </a:p>
        </p:txBody>
      </p:sp>
      <p:sp>
        <p:nvSpPr>
          <p:cNvPr id="4" name="Slide Number Placeholder 3"/>
          <p:cNvSpPr>
            <a:spLocks noGrp="1"/>
          </p:cNvSpPr>
          <p:nvPr>
            <p:ph type="sldNum" sz="quarter" idx="5"/>
          </p:nvPr>
        </p:nvSpPr>
        <p:spPr/>
        <p:txBody>
          <a:bodyPr/>
          <a:lstStyle/>
          <a:p>
            <a:fld id="{BAEC9E35-05D0-41BC-9EF8-72D6B1EB9E07}" type="slidenum">
              <a:rPr lang="en-US" smtClean="0"/>
              <a:t>9</a:t>
            </a:fld>
            <a:endParaRPr lang="en-US"/>
          </a:p>
        </p:txBody>
      </p:sp>
    </p:spTree>
    <p:extLst>
      <p:ext uri="{BB962C8B-B14F-4D97-AF65-F5344CB8AC3E}">
        <p14:creationId xmlns:p14="http://schemas.microsoft.com/office/powerpoint/2010/main" val="2082822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Four scenarios that prove the system works. Routine activity is correctly classified as normal. A fall triggers emergency—movement spike followed by no recovery. Nighttime wandering escalates to elopement risk based on path and timing. And behavioral drift—this is the differentiator. We detect gradual changes over days and weeks, giving early warning before a crisis develops.</a:t>
            </a:r>
          </a:p>
        </p:txBody>
      </p:sp>
      <p:sp>
        <p:nvSpPr>
          <p:cNvPr id="4" name="Slide Number Placeholder 3"/>
          <p:cNvSpPr>
            <a:spLocks noGrp="1"/>
          </p:cNvSpPr>
          <p:nvPr>
            <p:ph type="sldNum" sz="quarter" idx="5"/>
          </p:nvPr>
        </p:nvSpPr>
        <p:spPr/>
        <p:txBody>
          <a:bodyPr/>
          <a:lstStyle/>
          <a:p>
            <a:fld id="{BAEC9E35-05D0-41BC-9EF8-72D6B1EB9E07}" type="slidenum">
              <a:rPr lang="en-US" smtClean="0"/>
              <a:t>10</a:t>
            </a:fld>
            <a:endParaRPr lang="en-US"/>
          </a:p>
        </p:txBody>
      </p:sp>
    </p:spTree>
    <p:extLst>
      <p:ext uri="{BB962C8B-B14F-4D97-AF65-F5344CB8AC3E}">
        <p14:creationId xmlns:p14="http://schemas.microsoft.com/office/powerpoint/2010/main" val="3196676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is the caregiver experience. On the left, a narrative timeline showing zone transitions and state changes with color-coded risk levels. On the right, the explainable AI output—not just an alert, but why it was triggered: unusual time, unexpected path, no return movement. Caregivers trust this because it shows its reasoning. It’s a decision support layer.</a:t>
            </a:r>
          </a:p>
        </p:txBody>
      </p:sp>
      <p:sp>
        <p:nvSpPr>
          <p:cNvPr id="4" name="Slide Number Placeholder 3"/>
          <p:cNvSpPr>
            <a:spLocks noGrp="1"/>
          </p:cNvSpPr>
          <p:nvPr>
            <p:ph type="sldNum" sz="quarter" idx="5"/>
          </p:nvPr>
        </p:nvSpPr>
        <p:spPr/>
        <p:txBody>
          <a:bodyPr/>
          <a:lstStyle/>
          <a:p>
            <a:fld id="{BAEC9E35-05D0-41BC-9EF8-72D6B1EB9E07}" type="slidenum">
              <a:rPr lang="en-US" smtClean="0"/>
              <a:t>11</a:t>
            </a:fld>
            <a:endParaRPr lang="en-US"/>
          </a:p>
        </p:txBody>
      </p:sp>
    </p:spTree>
    <p:extLst>
      <p:ext uri="{BB962C8B-B14F-4D97-AF65-F5344CB8AC3E}">
        <p14:creationId xmlns:p14="http://schemas.microsoft.com/office/powerpoint/2010/main" val="539637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Three outcomes that matter. Safer Living: faster intervention, more accurate escalation. Smarter Care: contextual decisions that cut alert fatigue</a:t>
            </a:r>
            <a:r>
              <a:rPr lang="en-US" sz="1200" b="0" i="0" kern="1200" dirty="0">
                <a:solidFill>
                  <a:schemeClr val="tx1"/>
                </a:solidFill>
                <a:effectLst/>
                <a:latin typeface="+mn-lt"/>
                <a:ea typeface="+mn-ea"/>
                <a:cs typeface="+mn-cs"/>
              </a:rPr>
              <a:t>.</a:t>
            </a:r>
            <a:r>
              <a:rPr lang="en-US" sz="1200" b="0" i="0" kern="1200">
                <a:solidFill>
                  <a:schemeClr val="tx1"/>
                </a:solidFill>
                <a:effectLst/>
                <a:latin typeface="+mn-lt"/>
                <a:ea typeface="+mn-ea"/>
                <a:cs typeface="+mn-cs"/>
              </a:rPr>
              <a:t> Respectful Design: no intrusive cameras</a:t>
            </a:r>
            <a:r>
              <a:rPr lang="en-US" sz="1200" b="0" i="0" kern="1200" dirty="0">
                <a:solidFill>
                  <a:schemeClr val="tx1"/>
                </a:solidFill>
                <a:effectLst/>
                <a:latin typeface="+mn-lt"/>
                <a:ea typeface="+mn-ea"/>
                <a:cs typeface="+mn-cs"/>
              </a:rPr>
              <a:t>, </a:t>
            </a:r>
            <a:r>
              <a:rPr lang="en-US" sz="1200" b="0" i="0" kern="1200">
                <a:solidFill>
                  <a:schemeClr val="tx1"/>
                </a:solidFill>
                <a:effectLst/>
                <a:latin typeface="+mn-lt"/>
                <a:ea typeface="+mn-ea"/>
                <a:cs typeface="+mn-cs"/>
              </a:rPr>
              <a:t>no constant monitoring</a:t>
            </a:r>
            <a:r>
              <a:rPr lang="en-US" sz="1200" b="0" i="0" kern="1200" dirty="0">
                <a:solidFill>
                  <a:schemeClr val="tx1"/>
                </a:solidFill>
                <a:effectLst/>
                <a:latin typeface="+mn-lt"/>
                <a:ea typeface="+mn-ea"/>
                <a:cs typeface="+mn-cs"/>
              </a:rPr>
              <a:t>—</a:t>
            </a:r>
            <a:r>
              <a:rPr lang="en-US" sz="1200" b="0" i="0" kern="1200">
                <a:solidFill>
                  <a:schemeClr val="tx1"/>
                </a:solidFill>
                <a:effectLst/>
                <a:latin typeface="+mn-lt"/>
                <a:ea typeface="+mn-ea"/>
                <a:cs typeface="+mn-cs"/>
              </a:rPr>
              <a:t>privacy by design</a:t>
            </a:r>
            <a:r>
              <a:rPr lang="en-US" sz="1200" b="0" i="0" kern="1200" dirty="0">
                <a:solidFill>
                  <a:schemeClr val="tx1"/>
                </a:solidFill>
                <a:effectLst/>
                <a:latin typeface="+mn-lt"/>
                <a:ea typeface="+mn-ea"/>
                <a:cs typeface="+mn-cs"/>
              </a:rPr>
              <a:t>.</a:t>
            </a:r>
            <a:r>
              <a:rPr lang="en-US" sz="1200" b="0" i="0" kern="1200">
                <a:solidFill>
                  <a:schemeClr val="tx1"/>
                </a:solidFill>
                <a:effectLst/>
                <a:latin typeface="+mn-lt"/>
                <a:ea typeface="+mn-ea"/>
                <a:cs typeface="+mn-cs"/>
              </a:rPr>
              <a:t> The bottom line: we </a:t>
            </a:r>
            <a:r>
              <a:rPr lang="en-US" sz="1200" b="0" i="0" kern="1200" dirty="0">
                <a:solidFill>
                  <a:schemeClr val="tx1"/>
                </a:solidFill>
                <a:effectLst/>
                <a:latin typeface="+mn-lt"/>
                <a:ea typeface="+mn-ea"/>
                <a:cs typeface="+mn-cs"/>
              </a:rPr>
              <a:t>see </a:t>
            </a:r>
            <a:r>
              <a:rPr lang="en-US" sz="1200" b="0" i="0" kern="1200">
                <a:solidFill>
                  <a:schemeClr val="tx1"/>
                </a:solidFill>
                <a:effectLst/>
                <a:latin typeface="+mn-lt"/>
                <a:ea typeface="+mn-ea"/>
                <a:cs typeface="+mn-cs"/>
              </a:rPr>
              <a:t>patterns, not people</a:t>
            </a:r>
            <a:r>
              <a:rPr lang="en-US" sz="1200" b="0" i="0" kern="1200" dirty="0">
                <a:solidFill>
                  <a:schemeClr val="tx1"/>
                </a:solidFill>
                <a:effectLst/>
                <a:latin typeface="+mn-lt"/>
                <a:ea typeface="+mn-ea"/>
                <a:cs typeface="+mn-cs"/>
              </a:rPr>
              <a:t>.</a:t>
            </a:r>
            <a:r>
              <a:rPr lang="en-US" sz="1200" b="0" i="0" kern="120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This system</a:t>
            </a:r>
            <a:r>
              <a:rPr lang="en-US" sz="1200" b="0" i="0" kern="1200">
                <a:solidFill>
                  <a:schemeClr val="tx1"/>
                </a:solidFill>
                <a:effectLst/>
                <a:latin typeface="+mn-lt"/>
                <a:ea typeface="+mn-ea"/>
                <a:cs typeface="+mn-cs"/>
              </a:rPr>
              <a:t> delivers independence with dignity.</a:t>
            </a:r>
          </a:p>
        </p:txBody>
      </p:sp>
      <p:sp>
        <p:nvSpPr>
          <p:cNvPr id="4" name="Slide Number Placeholder 3"/>
          <p:cNvSpPr>
            <a:spLocks noGrp="1"/>
          </p:cNvSpPr>
          <p:nvPr>
            <p:ph type="sldNum" sz="quarter" idx="5"/>
          </p:nvPr>
        </p:nvSpPr>
        <p:spPr/>
        <p:txBody>
          <a:bodyPr/>
          <a:lstStyle/>
          <a:p>
            <a:fld id="{BAEC9E35-05D0-41BC-9EF8-72D6B1EB9E07}" type="slidenum">
              <a:rPr lang="en-US" smtClean="0"/>
              <a:t>12</a:t>
            </a:fld>
            <a:endParaRPr lang="en-US"/>
          </a:p>
        </p:txBody>
      </p:sp>
    </p:spTree>
    <p:extLst>
      <p:ext uri="{BB962C8B-B14F-4D97-AF65-F5344CB8AC3E}">
        <p14:creationId xmlns:p14="http://schemas.microsoft.com/office/powerpoint/2010/main" val="2278668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Pavan Kumar and Charan Tej, shared us a demo, it’s not just a </a:t>
            </a:r>
            <a:r>
              <a:rPr lang="en-US" sz="1200" b="0" i="0" kern="1200" dirty="0">
                <a:solidFill>
                  <a:schemeClr val="tx1"/>
                </a:solidFill>
                <a:effectLst/>
                <a:latin typeface="+mn-lt"/>
                <a:ea typeface="+mn-ea"/>
                <a:cs typeface="+mn-cs"/>
              </a:rPr>
              <a:t>single AI model. It is a distributed microservices architecture where each service has exactly one responsibility and communicates through a local, encrypted MQTT event bus. Think of it as 10 specialists in the same room, each focused on their domain, sharing information through a structured protocol.</a:t>
            </a:r>
          </a:p>
          <a:p>
            <a:endParaRPr lang="en-US" sz="1200" b="0" i="0" kern="1200" dirty="0">
              <a:solidFill>
                <a:schemeClr val="tx1"/>
              </a:solidFill>
              <a:effectLst/>
              <a:latin typeface="+mn-lt"/>
              <a:ea typeface="+mn-ea"/>
              <a:cs typeface="+mn-cs"/>
            </a:endParaRPr>
          </a:p>
          <a:p>
            <a:r>
              <a:rPr lang="en-US" dirty="0">
                <a:hlinkClick r:id="rId3"/>
              </a:rPr>
              <a:t>(403) Autism Hackathon - YouTube</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video" Target="https://www.youtube.com/embed/CtHaBmoi9B4?feature=oembed" TargetMode="Externa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Rounded Rectangle 1"/>
          <p:cNvSpPr/>
          <p:nvPr/>
        </p:nvSpPr>
        <p:spPr>
          <a:xfrm>
            <a:off x="7132320" y="822960"/>
            <a:ext cx="4206240" cy="5120640"/>
          </a:xfrm>
          <a:prstGeom prst="roundRect">
            <a:avLst/>
          </a:prstGeom>
          <a:solidFill>
            <a:srgbClr val="18354F"/>
          </a:solidFill>
          <a:ln w="19050">
            <a:solidFill>
              <a:srgbClr val="64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Isosceles Triangle 2"/>
          <p:cNvSpPr/>
          <p:nvPr/>
        </p:nvSpPr>
        <p:spPr>
          <a:xfrm>
            <a:off x="7973568" y="1508760"/>
            <a:ext cx="2468880" cy="1371600"/>
          </a:xfrm>
          <a:prstGeom prst="triangle">
            <a:avLst/>
          </a:prstGeom>
          <a:solidFill>
            <a:srgbClr val="14456C"/>
          </a:solidFill>
          <a:ln w="25400">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11312" y="2331720"/>
            <a:ext cx="1965960" cy="1691640"/>
          </a:xfrm>
          <a:prstGeom prst="rect">
            <a:avLst/>
          </a:prstGeom>
          <a:solidFill>
            <a:srgbClr val="14456C"/>
          </a:solidFill>
          <a:ln w="25400">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42832" y="3063240"/>
            <a:ext cx="502920" cy="960120"/>
          </a:xfrm>
          <a:prstGeom prst="rect">
            <a:avLst/>
          </a:prstGeom>
          <a:solidFill>
            <a:srgbClr val="0B1F2A"/>
          </a:solidFill>
          <a:ln w="19050">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28431" y="2148840"/>
            <a:ext cx="457200" cy="457200"/>
          </a:xfrm>
          <a:prstGeom prst="ellipse">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28431" y="2171700"/>
            <a:ext cx="457200" cy="365760"/>
          </a:xfrm>
          <a:prstGeom prst="rect">
            <a:avLst/>
          </a:prstGeom>
          <a:noFill/>
        </p:spPr>
        <p:txBody>
          <a:bodyPr wrap="square" lIns="73152" tIns="73152" rIns="73152" bIns="73152" anchor="ctr">
            <a:spAutoFit/>
          </a:bodyPr>
          <a:lstStyle/>
          <a:p>
            <a:pPr algn="ctr"/>
            <a:r>
              <a:rPr sz="1300" b="1" dirty="0">
                <a:solidFill>
                  <a:srgbClr val="FFFFFF"/>
                </a:solidFill>
                <a:latin typeface="Segoe UI Semibold"/>
              </a:rPr>
              <a:t>S1</a:t>
            </a:r>
          </a:p>
        </p:txBody>
      </p:sp>
      <p:sp>
        <p:nvSpPr>
          <p:cNvPr id="8" name="Oval 7"/>
          <p:cNvSpPr/>
          <p:nvPr/>
        </p:nvSpPr>
        <p:spPr>
          <a:xfrm>
            <a:off x="9189720" y="2148840"/>
            <a:ext cx="457200" cy="457200"/>
          </a:xfrm>
          <a:prstGeom prst="ellipse">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89720" y="2171700"/>
            <a:ext cx="457200" cy="365760"/>
          </a:xfrm>
          <a:prstGeom prst="rect">
            <a:avLst/>
          </a:prstGeom>
          <a:noFill/>
        </p:spPr>
        <p:txBody>
          <a:bodyPr wrap="square" lIns="73152" tIns="73152" rIns="73152" bIns="73152" anchor="ctr">
            <a:spAutoFit/>
          </a:bodyPr>
          <a:lstStyle/>
          <a:p>
            <a:pPr algn="ctr"/>
            <a:r>
              <a:rPr sz="1300" b="1">
                <a:solidFill>
                  <a:srgbClr val="FFFFFF"/>
                </a:solidFill>
                <a:latin typeface="Segoe UI Semibold"/>
              </a:rPr>
              <a:t>S2</a:t>
            </a:r>
          </a:p>
        </p:txBody>
      </p:sp>
      <p:sp>
        <p:nvSpPr>
          <p:cNvPr id="10" name="Oval 9"/>
          <p:cNvSpPr/>
          <p:nvPr/>
        </p:nvSpPr>
        <p:spPr>
          <a:xfrm>
            <a:off x="8549640" y="2971800"/>
            <a:ext cx="457200" cy="457200"/>
          </a:xfrm>
          <a:prstGeom prst="ellipse">
            <a:avLst/>
          </a:prstGeom>
          <a:solidFill>
            <a:srgbClr val="00B7C3"/>
          </a:solidFill>
          <a:ln>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49640" y="2994660"/>
            <a:ext cx="457200" cy="365760"/>
          </a:xfrm>
          <a:prstGeom prst="rect">
            <a:avLst/>
          </a:prstGeom>
          <a:noFill/>
        </p:spPr>
        <p:txBody>
          <a:bodyPr wrap="square" lIns="73152" tIns="73152" rIns="73152" bIns="73152" anchor="ctr">
            <a:spAutoFit/>
          </a:bodyPr>
          <a:lstStyle/>
          <a:p>
            <a:pPr algn="ctr"/>
            <a:r>
              <a:rPr sz="1300" b="1">
                <a:solidFill>
                  <a:srgbClr val="FFFFFF"/>
                </a:solidFill>
                <a:latin typeface="Segoe UI Semibold"/>
              </a:rPr>
              <a:t>AI</a:t>
            </a:r>
          </a:p>
        </p:txBody>
      </p:sp>
      <p:sp>
        <p:nvSpPr>
          <p:cNvPr id="12" name="Oval 11"/>
          <p:cNvSpPr/>
          <p:nvPr/>
        </p:nvSpPr>
        <p:spPr>
          <a:xfrm>
            <a:off x="9985248" y="3154680"/>
            <a:ext cx="457200" cy="457200"/>
          </a:xfrm>
          <a:prstGeom prst="ellipse">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985248" y="3177540"/>
            <a:ext cx="457200" cy="365760"/>
          </a:xfrm>
          <a:prstGeom prst="rect">
            <a:avLst/>
          </a:prstGeom>
          <a:noFill/>
        </p:spPr>
        <p:txBody>
          <a:bodyPr wrap="square" lIns="73152" tIns="73152" rIns="73152" bIns="73152" anchor="ctr">
            <a:spAutoFit/>
          </a:bodyPr>
          <a:lstStyle/>
          <a:p>
            <a:pPr algn="ctr"/>
            <a:r>
              <a:rPr sz="1300" b="1">
                <a:solidFill>
                  <a:srgbClr val="FFFFFF"/>
                </a:solidFill>
                <a:latin typeface="Segoe UI Semibold"/>
              </a:rPr>
              <a:t>S3</a:t>
            </a:r>
          </a:p>
        </p:txBody>
      </p:sp>
      <p:cxnSp>
        <p:nvCxnSpPr>
          <p:cNvPr id="14" name="Connector 13"/>
          <p:cNvCxnSpPr>
            <a:cxnSpLocks/>
            <a:stCxn id="6" idx="5"/>
          </p:cNvCxnSpPr>
          <p:nvPr/>
        </p:nvCxnSpPr>
        <p:spPr>
          <a:xfrm>
            <a:off x="8418676" y="2539085"/>
            <a:ext cx="200784" cy="455575"/>
          </a:xfrm>
          <a:prstGeom prst="line">
            <a:avLst/>
          </a:prstGeom>
          <a:ln w="31750">
            <a:solidFill>
              <a:srgbClr val="00B7C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a:stCxn id="8" idx="3"/>
          </p:cNvCxnSpPr>
          <p:nvPr/>
        </p:nvCxnSpPr>
        <p:spPr>
          <a:xfrm flipH="1">
            <a:off x="8942832" y="2539085"/>
            <a:ext cx="313843" cy="455575"/>
          </a:xfrm>
          <a:prstGeom prst="line">
            <a:avLst/>
          </a:prstGeom>
          <a:ln w="31750">
            <a:solidFill>
              <a:srgbClr val="00B7C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a:cxnSpLocks/>
            <a:endCxn id="11" idx="3"/>
          </p:cNvCxnSpPr>
          <p:nvPr/>
        </p:nvCxnSpPr>
        <p:spPr>
          <a:xfrm flipH="1" flipV="1">
            <a:off x="9006840" y="3177540"/>
            <a:ext cx="978408" cy="196596"/>
          </a:xfrm>
          <a:prstGeom prst="line">
            <a:avLst/>
          </a:prstGeom>
          <a:ln w="31750">
            <a:solidFill>
              <a:srgbClr val="00B7C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85173" y="914400"/>
            <a:ext cx="5303520" cy="486287"/>
          </a:xfrm>
          <a:prstGeom prst="rect">
            <a:avLst/>
          </a:prstGeom>
          <a:noFill/>
        </p:spPr>
        <p:txBody>
          <a:bodyPr wrap="square" lIns="73152" tIns="73152" rIns="73152" bIns="73152" anchor="t">
            <a:spAutoFit/>
          </a:bodyPr>
          <a:lstStyle/>
          <a:p>
            <a:pPr algn="l"/>
            <a:r>
              <a:rPr lang="en-US" sz="2200" b="1" dirty="0">
                <a:solidFill>
                  <a:srgbClr val="0078D4"/>
                </a:solidFill>
                <a:latin typeface="Segoe UI Semibold"/>
              </a:rPr>
              <a:t>USE CASE 4: AI AMBIENT GUARDIAN</a:t>
            </a:r>
            <a:endParaRPr sz="2200" b="1" dirty="0">
              <a:solidFill>
                <a:srgbClr val="0078D4"/>
              </a:solidFill>
              <a:latin typeface="Segoe UI Semibold"/>
            </a:endParaRPr>
          </a:p>
        </p:txBody>
      </p:sp>
      <p:sp>
        <p:nvSpPr>
          <p:cNvPr id="18" name="TextBox 17"/>
          <p:cNvSpPr txBox="1"/>
          <p:nvPr/>
        </p:nvSpPr>
        <p:spPr>
          <a:xfrm>
            <a:off x="1185173" y="1554480"/>
            <a:ext cx="5669280" cy="1280160"/>
          </a:xfrm>
          <a:prstGeom prst="rect">
            <a:avLst/>
          </a:prstGeom>
          <a:noFill/>
        </p:spPr>
        <p:txBody>
          <a:bodyPr wrap="square" lIns="73152" tIns="73152" rIns="73152" bIns="73152" anchor="t">
            <a:spAutoFit/>
          </a:bodyPr>
          <a:lstStyle/>
          <a:p>
            <a:pPr algn="l"/>
            <a:r>
              <a:rPr sz="3200" b="1">
                <a:solidFill>
                  <a:srgbClr val="FFFFFF"/>
                </a:solidFill>
                <a:latin typeface="Segoe UI Semibold"/>
              </a:rPr>
              <a:t>Behavioral Twin
+ Intent Engine</a:t>
            </a:r>
          </a:p>
        </p:txBody>
      </p:sp>
      <p:sp>
        <p:nvSpPr>
          <p:cNvPr id="19" name="Rounded Rectangle 18"/>
          <p:cNvSpPr/>
          <p:nvPr/>
        </p:nvSpPr>
        <p:spPr>
          <a:xfrm>
            <a:off x="1185173" y="4526280"/>
            <a:ext cx="5303520" cy="822960"/>
          </a:xfrm>
          <a:prstGeom prst="roundRect">
            <a:avLst/>
          </a:prstGeom>
          <a:solidFill>
            <a:srgbClr val="0078D4"/>
          </a:solidFill>
          <a:ln w="1524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68053" y="4690872"/>
            <a:ext cx="4892040" cy="411480"/>
          </a:xfrm>
          <a:prstGeom prst="rect">
            <a:avLst/>
          </a:prstGeom>
          <a:noFill/>
        </p:spPr>
        <p:txBody>
          <a:bodyPr wrap="square" lIns="73152" tIns="73152" rIns="73152" bIns="73152" anchor="t">
            <a:spAutoFit/>
          </a:bodyPr>
          <a:lstStyle/>
          <a:p>
            <a:pPr algn="l"/>
            <a:r>
              <a:rPr sz="2000" b="1">
                <a:solidFill>
                  <a:srgbClr val="FFFFFF"/>
                </a:solidFill>
                <a:latin typeface="Segoe UI Semibold"/>
              </a:rPr>
              <a:t>“We detect intent—not just motion.”</a:t>
            </a:r>
          </a:p>
        </p:txBody>
      </p:sp>
      <p:sp>
        <p:nvSpPr>
          <p:cNvPr id="21" name="TextBox 20"/>
          <p:cNvSpPr txBox="1"/>
          <p:nvPr/>
        </p:nvSpPr>
        <p:spPr>
          <a:xfrm>
            <a:off x="1185173" y="3154680"/>
            <a:ext cx="5394960" cy="914400"/>
          </a:xfrm>
          <a:prstGeom prst="rect">
            <a:avLst/>
          </a:prstGeom>
          <a:noFill/>
        </p:spPr>
        <p:txBody>
          <a:bodyPr wrap="square" lIns="73152" tIns="73152" rIns="73152" bIns="73152" anchor="t">
            <a:spAutoFit/>
          </a:bodyPr>
          <a:lstStyle/>
          <a:p>
            <a:pPr algn="l"/>
            <a:r>
              <a:rPr sz="1800" b="0" dirty="0">
                <a:solidFill>
                  <a:srgbClr val="C6D3DF"/>
                </a:solidFill>
                <a:latin typeface="Segoe UI"/>
              </a:rPr>
              <a:t>AI Ambient Guardian for Semi-Independent Living
Privacy-first AI for detecting risk, intent, and behavioral drift in real time</a:t>
            </a:r>
          </a:p>
        </p:txBody>
      </p:sp>
      <p:sp>
        <p:nvSpPr>
          <p:cNvPr id="30" name="TextBox 29">
            <a:extLst>
              <a:ext uri="{FF2B5EF4-FFF2-40B4-BE49-F238E27FC236}">
                <a16:creationId xmlns:a16="http://schemas.microsoft.com/office/drawing/2014/main" id="{FCF9D276-5E9B-C1E0-25FD-F1DA2D335126}"/>
              </a:ext>
            </a:extLst>
          </p:cNvPr>
          <p:cNvSpPr txBox="1"/>
          <p:nvPr/>
        </p:nvSpPr>
        <p:spPr>
          <a:xfrm>
            <a:off x="1185173" y="175832"/>
            <a:ext cx="5402889" cy="584775"/>
          </a:xfrm>
          <a:prstGeom prst="rect">
            <a:avLst/>
          </a:prstGeom>
          <a:noFill/>
        </p:spPr>
        <p:txBody>
          <a:bodyPr wrap="none" rtlCol="0">
            <a:spAutoFit/>
          </a:bodyPr>
          <a:lstStyle/>
          <a:p>
            <a:r>
              <a:rPr lang="en-US" sz="3200" b="1" dirty="0">
                <a:solidFill>
                  <a:schemeClr val="bg1"/>
                </a:solidFill>
              </a:rPr>
              <a:t>FSI Hackathon for Autism 2026</a:t>
            </a:r>
          </a:p>
        </p:txBody>
      </p:sp>
      <p:pic>
        <p:nvPicPr>
          <p:cNvPr id="33" name="Picture 32" descr="The image depicts a colorful, square-patterned silk ribbon with a black edge, resembling a puzzle piece.  AI-generated content may be incorrect.">
            <a:extLst>
              <a:ext uri="{FF2B5EF4-FFF2-40B4-BE49-F238E27FC236}">
                <a16:creationId xmlns:a16="http://schemas.microsoft.com/office/drawing/2014/main" id="{1C4A5BD5-F030-A23B-30E0-624107E9EDA6}"/>
              </a:ext>
            </a:extLst>
          </p:cNvPr>
          <p:cNvPicPr>
            <a:picLocks noChangeAspect="1"/>
          </p:cNvPicPr>
          <p:nvPr/>
        </p:nvPicPr>
        <p:blipFill>
          <a:blip r:embed="rId3"/>
          <a:stretch>
            <a:fillRect/>
          </a:stretch>
        </p:blipFill>
        <p:spPr>
          <a:xfrm>
            <a:off x="-8881" y="215777"/>
            <a:ext cx="1546860" cy="15468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a:extLst>
            <a:ext uri="{FF2B5EF4-FFF2-40B4-BE49-F238E27FC236}">
              <a16:creationId xmlns:a16="http://schemas.microsoft.com/office/drawing/2014/main" id="{800AD206-F1E0-47CC-8B95-C83AA125B5B8}"/>
            </a:ext>
          </a:extLst>
        </p:cNvPr>
        <p:cNvGrpSpPr/>
        <p:nvPr/>
      </p:nvGrpSpPr>
      <p:grpSpPr>
        <a:xfrm>
          <a:off x="0" y="0"/>
          <a:ext cx="0" cy="0"/>
          <a:chOff x="0" y="0"/>
          <a:chExt cx="0" cy="0"/>
        </a:xfrm>
      </p:grpSpPr>
      <p:sp>
        <p:nvSpPr>
          <p:cNvPr id="2" name="Title"/>
          <p:cNvSpPr txBox="1"/>
          <p:nvPr/>
        </p:nvSpPr>
        <p:spPr>
          <a:xfrm>
            <a:off x="457200" y="160000"/>
            <a:ext cx="5000000" cy="550000"/>
          </a:xfrm>
          <a:prstGeom prst="rect">
            <a:avLst/>
          </a:prstGeom>
          <a:noFill/>
        </p:spPr>
        <p:txBody>
          <a:bodyPr wrap="none" rtlCol="0">
            <a:spAutoFit/>
          </a:bodyPr>
          <a:lstStyle/>
          <a:p>
            <a:r>
              <a:rPr lang="en-US" sz="3200" b="1">
                <a:solidFill>
                  <a:schemeClr val="bg1"/>
                </a:solidFill>
              </a:rPr>
              <a:t>MEET OUR TEAM</a:t>
            </a:r>
          </a:p>
        </p:txBody>
      </p:sp>
      <p:sp>
        <p:nvSpPr>
          <p:cNvPr id="3" name="Card1Bg"/>
          <p:cNvSpPr/>
          <p:nvPr/>
        </p:nvSpPr>
        <p:spPr>
          <a:xfrm>
            <a:off x="457200" y="920000"/>
            <a:ext cx="2050000" cy="3500000"/>
          </a:xfrm>
          <a:prstGeom prst="roundRect">
            <a:avLst>
              <a:gd name="adj" fmla="val 5000"/>
            </a:avLst>
          </a:prstGeom>
          <a:solidFill>
            <a:srgbClr val="18354F"/>
          </a:solidFill>
          <a:ln w="19050">
            <a:solidFill>
              <a:srgbClr val="6491BB"/>
            </a:solidFill>
          </a:ln>
        </p:spPr>
        <p:txBody>
          <a:bodyPr rtlCol="0" anchor="ctr"/>
          <a:lstStyle/>
          <a:p>
            <a:pPr algn="ctr"/>
            <a:endParaRPr/>
          </a:p>
        </p:txBody>
      </p:sp>
      <p:pic>
        <p:nvPicPr>
          <p:cNvPr id="4" name="Icon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2200" y="1120000"/>
            <a:ext cx="640000" cy="640000"/>
          </a:xfrm>
          <a:prstGeom prst="rect">
            <a:avLst/>
          </a:prstGeom>
        </p:spPr>
      </p:pic>
      <p:sp>
        <p:nvSpPr>
          <p:cNvPr id="5" name="Name1"/>
          <p:cNvSpPr txBox="1"/>
          <p:nvPr/>
        </p:nvSpPr>
        <p:spPr>
          <a:xfrm>
            <a:off x="582200" y="1860000"/>
            <a:ext cx="1800000" cy="550000"/>
          </a:xfrm>
          <a:prstGeom prst="rect">
            <a:avLst/>
          </a:prstGeom>
          <a:noFill/>
        </p:spPr>
        <p:txBody>
          <a:bodyPr wrap="square" lIns="36576" tIns="36576" rIns="36576" bIns="36576" anchor="t">
            <a:spAutoFit/>
          </a:bodyPr>
          <a:lstStyle/>
          <a:p>
            <a:pPr algn="ctr"/>
            <a:r>
              <a:rPr lang="en-US" sz="1600" b="1">
                <a:solidFill>
                  <a:schemeClr val="bg1"/>
                </a:solidFill>
                <a:latin typeface="Segoe UI Semibold"/>
              </a:rPr>
              <a:t>PAVAN</a:t>
            </a:r>
            <a:br>
              <a:rPr lang="en-US" sz="1600" b="1">
                <a:solidFill>
                  <a:schemeClr val="bg1"/>
                </a:solidFill>
                <a:latin typeface="Segoe UI Semibold"/>
              </a:rPr>
            </a:br>
            <a:r>
              <a:rPr lang="en-US" sz="1600" b="1">
                <a:solidFill>
                  <a:schemeClr val="bg1"/>
                </a:solidFill>
                <a:latin typeface="Segoe UI Semibold"/>
              </a:rPr>
              <a:t>KUMAR</a:t>
            </a:r>
          </a:p>
        </p:txBody>
      </p:sp>
      <p:sp>
        <p:nvSpPr>
          <p:cNvPr id="6" name="Role1"/>
          <p:cNvSpPr txBox="1"/>
          <p:nvPr/>
        </p:nvSpPr>
        <p:spPr>
          <a:xfrm>
            <a:off x="582200" y="3900000"/>
            <a:ext cx="1800000" cy="400000"/>
          </a:xfrm>
          <a:prstGeom prst="rect">
            <a:avLst/>
          </a:prstGeom>
          <a:noFill/>
        </p:spPr>
        <p:txBody>
          <a:bodyPr wrap="square" lIns="36576" tIns="36576" rIns="36576" bIns="36576" anchor="ctr">
            <a:spAutoFit/>
          </a:bodyPr>
          <a:lstStyle/>
          <a:p>
            <a:pPr algn="ctr"/>
            <a:r>
              <a:rPr lang="en-US" sz="1100">
                <a:solidFill>
                  <a:srgbClr val="8BB8D9"/>
                </a:solidFill>
                <a:latin typeface="Segoe UI"/>
              </a:rPr>
              <a:t>Full Stack Developer</a:t>
            </a:r>
          </a:p>
        </p:txBody>
      </p:sp>
      <p:sp>
        <p:nvSpPr>
          <p:cNvPr id="7" name="Card2Bg"/>
          <p:cNvSpPr/>
          <p:nvPr/>
        </p:nvSpPr>
        <p:spPr>
          <a:xfrm>
            <a:off x="2764100" y="920000"/>
            <a:ext cx="2050000" cy="3500000"/>
          </a:xfrm>
          <a:prstGeom prst="roundRect">
            <a:avLst>
              <a:gd name="adj" fmla="val 5000"/>
            </a:avLst>
          </a:prstGeom>
          <a:solidFill>
            <a:srgbClr val="18354F"/>
          </a:solidFill>
          <a:ln w="19050">
            <a:solidFill>
              <a:srgbClr val="6491BB"/>
            </a:solidFill>
          </a:ln>
        </p:spPr>
        <p:txBody>
          <a:bodyPr rtlCol="0" anchor="ctr"/>
          <a:lstStyle/>
          <a:p>
            <a:pPr algn="ctr"/>
            <a:endParaRPr/>
          </a:p>
        </p:txBody>
      </p:sp>
      <p:pic>
        <p:nvPicPr>
          <p:cNvPr id="8" name="Icon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69100" y="1120000"/>
            <a:ext cx="640000" cy="640000"/>
          </a:xfrm>
          <a:prstGeom prst="rect">
            <a:avLst/>
          </a:prstGeom>
        </p:spPr>
      </p:pic>
      <p:sp>
        <p:nvSpPr>
          <p:cNvPr id="9" name="Name2"/>
          <p:cNvSpPr txBox="1"/>
          <p:nvPr/>
        </p:nvSpPr>
        <p:spPr>
          <a:xfrm>
            <a:off x="2889100" y="1860000"/>
            <a:ext cx="1800000" cy="550000"/>
          </a:xfrm>
          <a:prstGeom prst="rect">
            <a:avLst/>
          </a:prstGeom>
          <a:noFill/>
        </p:spPr>
        <p:txBody>
          <a:bodyPr wrap="square" lIns="36576" tIns="36576" rIns="36576" bIns="36576" anchor="t">
            <a:spAutoFit/>
          </a:bodyPr>
          <a:lstStyle/>
          <a:p>
            <a:pPr algn="ctr"/>
            <a:r>
              <a:rPr lang="en-US" sz="1600" b="1">
                <a:solidFill>
                  <a:schemeClr val="bg1"/>
                </a:solidFill>
                <a:latin typeface="Segoe UI Semibold"/>
              </a:rPr>
              <a:t>CHARAN</a:t>
            </a:r>
            <a:br>
              <a:rPr lang="en-US" sz="1600" b="1">
                <a:solidFill>
                  <a:schemeClr val="bg1"/>
                </a:solidFill>
                <a:latin typeface="Segoe UI Semibold"/>
              </a:rPr>
            </a:br>
            <a:r>
              <a:rPr lang="en-US" sz="1600" b="1">
                <a:solidFill>
                  <a:schemeClr val="bg1"/>
                </a:solidFill>
                <a:latin typeface="Segoe UI Semibold"/>
              </a:rPr>
              <a:t>TEJ</a:t>
            </a:r>
          </a:p>
        </p:txBody>
      </p:sp>
      <p:sp>
        <p:nvSpPr>
          <p:cNvPr id="10" name="Role2"/>
          <p:cNvSpPr txBox="1"/>
          <p:nvPr/>
        </p:nvSpPr>
        <p:spPr>
          <a:xfrm>
            <a:off x="2889100" y="3900000"/>
            <a:ext cx="1800000" cy="400000"/>
          </a:xfrm>
          <a:prstGeom prst="rect">
            <a:avLst/>
          </a:prstGeom>
          <a:noFill/>
        </p:spPr>
        <p:txBody>
          <a:bodyPr wrap="square" lIns="36576" tIns="36576" rIns="36576" bIns="36576" anchor="ctr">
            <a:spAutoFit/>
          </a:bodyPr>
          <a:lstStyle/>
          <a:p>
            <a:pPr algn="ctr"/>
            <a:r>
              <a:rPr lang="en-US" sz="1100">
                <a:solidFill>
                  <a:srgbClr val="8BB8D9"/>
                </a:solidFill>
                <a:latin typeface="Segoe UI"/>
              </a:rPr>
              <a:t>Full Stack Developer</a:t>
            </a:r>
          </a:p>
        </p:txBody>
      </p:sp>
      <p:sp>
        <p:nvSpPr>
          <p:cNvPr id="11" name="Card3Bg"/>
          <p:cNvSpPr/>
          <p:nvPr/>
        </p:nvSpPr>
        <p:spPr>
          <a:xfrm>
            <a:off x="5071000" y="920000"/>
            <a:ext cx="2050000" cy="3500000"/>
          </a:xfrm>
          <a:prstGeom prst="roundRect">
            <a:avLst>
              <a:gd name="adj" fmla="val 5000"/>
            </a:avLst>
          </a:prstGeom>
          <a:solidFill>
            <a:srgbClr val="18354F"/>
          </a:solidFill>
          <a:ln w="19050">
            <a:solidFill>
              <a:srgbClr val="6491BB"/>
            </a:solidFill>
          </a:ln>
        </p:spPr>
        <p:txBody>
          <a:bodyPr rtlCol="0" anchor="ctr"/>
          <a:lstStyle/>
          <a:p>
            <a:pPr algn="ctr"/>
            <a:endParaRPr/>
          </a:p>
        </p:txBody>
      </p:sp>
      <p:pic>
        <p:nvPicPr>
          <p:cNvPr id="12" name="Icon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76000" y="1120000"/>
            <a:ext cx="640000" cy="640000"/>
          </a:xfrm>
          <a:prstGeom prst="rect">
            <a:avLst/>
          </a:prstGeom>
        </p:spPr>
      </p:pic>
      <p:sp>
        <p:nvSpPr>
          <p:cNvPr id="13" name="Name3"/>
          <p:cNvSpPr txBox="1"/>
          <p:nvPr/>
        </p:nvSpPr>
        <p:spPr>
          <a:xfrm>
            <a:off x="5196000" y="1860000"/>
            <a:ext cx="1800000" cy="550000"/>
          </a:xfrm>
          <a:prstGeom prst="rect">
            <a:avLst/>
          </a:prstGeom>
          <a:noFill/>
        </p:spPr>
        <p:txBody>
          <a:bodyPr wrap="square" lIns="36576" tIns="36576" rIns="36576" bIns="36576" anchor="t">
            <a:spAutoFit/>
          </a:bodyPr>
          <a:lstStyle/>
          <a:p>
            <a:pPr algn="ctr"/>
            <a:r>
              <a:rPr lang="en-US" sz="1600" b="1">
                <a:solidFill>
                  <a:schemeClr val="bg1"/>
                </a:solidFill>
                <a:latin typeface="Segoe UI Semibold"/>
              </a:rPr>
              <a:t>DEEP</a:t>
            </a:r>
            <a:br>
              <a:rPr lang="en-US" sz="1600" b="1">
                <a:solidFill>
                  <a:schemeClr val="bg1"/>
                </a:solidFill>
                <a:latin typeface="Segoe UI Semibold"/>
              </a:rPr>
            </a:br>
            <a:r>
              <a:rPr lang="en-US" sz="1600" b="1">
                <a:solidFill>
                  <a:schemeClr val="bg1"/>
                </a:solidFill>
                <a:latin typeface="Segoe UI Semibold"/>
              </a:rPr>
              <a:t>GAUTAM</a:t>
            </a:r>
          </a:p>
        </p:txBody>
      </p:sp>
      <p:sp>
        <p:nvSpPr>
          <p:cNvPr id="14" name="Role3"/>
          <p:cNvSpPr txBox="1"/>
          <p:nvPr/>
        </p:nvSpPr>
        <p:spPr>
          <a:xfrm>
            <a:off x="5196000" y="3900000"/>
            <a:ext cx="1800000" cy="400000"/>
          </a:xfrm>
          <a:prstGeom prst="rect">
            <a:avLst/>
          </a:prstGeom>
          <a:noFill/>
        </p:spPr>
        <p:txBody>
          <a:bodyPr wrap="square" lIns="36576" tIns="36576" rIns="36576" bIns="36576" anchor="ctr">
            <a:spAutoFit/>
          </a:bodyPr>
          <a:lstStyle/>
          <a:p>
            <a:pPr algn="ctr"/>
            <a:r>
              <a:rPr lang="en-US" sz="1100">
                <a:solidFill>
                  <a:srgbClr val="8BB8D9"/>
                </a:solidFill>
                <a:latin typeface="Segoe UI"/>
              </a:rPr>
              <a:t>Full Stack Developer</a:t>
            </a:r>
          </a:p>
        </p:txBody>
      </p:sp>
      <p:sp>
        <p:nvSpPr>
          <p:cNvPr id="15" name="Card4Bg"/>
          <p:cNvSpPr/>
          <p:nvPr/>
        </p:nvSpPr>
        <p:spPr>
          <a:xfrm>
            <a:off x="7377900" y="920000"/>
            <a:ext cx="2050000" cy="3500000"/>
          </a:xfrm>
          <a:prstGeom prst="roundRect">
            <a:avLst>
              <a:gd name="adj" fmla="val 5000"/>
            </a:avLst>
          </a:prstGeom>
          <a:solidFill>
            <a:srgbClr val="18354F"/>
          </a:solidFill>
          <a:ln w="19050">
            <a:solidFill>
              <a:srgbClr val="6491BB"/>
            </a:solidFill>
          </a:ln>
        </p:spPr>
        <p:txBody>
          <a:bodyPr rtlCol="0" anchor="ctr"/>
          <a:lstStyle/>
          <a:p>
            <a:pPr algn="ctr"/>
            <a:endParaRPr/>
          </a:p>
        </p:txBody>
      </p:sp>
      <p:pic>
        <p:nvPicPr>
          <p:cNvPr id="16" name="Icon4"/>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82900" y="1120000"/>
            <a:ext cx="640000" cy="640000"/>
          </a:xfrm>
          <a:prstGeom prst="rect">
            <a:avLst/>
          </a:prstGeom>
        </p:spPr>
      </p:pic>
      <p:sp>
        <p:nvSpPr>
          <p:cNvPr id="17" name="Name4"/>
          <p:cNvSpPr txBox="1"/>
          <p:nvPr/>
        </p:nvSpPr>
        <p:spPr>
          <a:xfrm>
            <a:off x="7502900" y="1860000"/>
            <a:ext cx="1800000" cy="550000"/>
          </a:xfrm>
          <a:prstGeom prst="rect">
            <a:avLst/>
          </a:prstGeom>
          <a:noFill/>
        </p:spPr>
        <p:txBody>
          <a:bodyPr wrap="square" lIns="36576" tIns="36576" rIns="36576" bIns="36576" anchor="t">
            <a:spAutoFit/>
          </a:bodyPr>
          <a:lstStyle/>
          <a:p>
            <a:pPr algn="ctr"/>
            <a:r>
              <a:rPr lang="en-US" sz="1600" b="1">
                <a:solidFill>
                  <a:schemeClr val="bg1"/>
                </a:solidFill>
                <a:latin typeface="Segoe UI Semibold"/>
              </a:rPr>
              <a:t>ZION</a:t>
            </a:r>
            <a:br>
              <a:rPr lang="en-US" sz="1600" b="1">
                <a:solidFill>
                  <a:schemeClr val="bg1"/>
                </a:solidFill>
                <a:latin typeface="Segoe UI Semibold"/>
              </a:rPr>
            </a:br>
            <a:r>
              <a:rPr lang="en-US" sz="1600" b="1">
                <a:solidFill>
                  <a:schemeClr val="bg1"/>
                </a:solidFill>
                <a:latin typeface="Segoe UI Semibold"/>
              </a:rPr>
              <a:t>DU</a:t>
            </a:r>
          </a:p>
        </p:txBody>
      </p:sp>
      <p:sp>
        <p:nvSpPr>
          <p:cNvPr id="18" name="Role4"/>
          <p:cNvSpPr txBox="1"/>
          <p:nvPr/>
        </p:nvSpPr>
        <p:spPr>
          <a:xfrm>
            <a:off x="7502900" y="3978428"/>
            <a:ext cx="1800000" cy="243143"/>
          </a:xfrm>
          <a:prstGeom prst="rect">
            <a:avLst/>
          </a:prstGeom>
          <a:noFill/>
        </p:spPr>
        <p:txBody>
          <a:bodyPr wrap="square" lIns="36576" tIns="36576" rIns="36576" bIns="36576" anchor="ctr">
            <a:spAutoFit/>
          </a:bodyPr>
          <a:lstStyle/>
          <a:p>
            <a:pPr algn="ctr"/>
            <a:r>
              <a:rPr lang="en-US" sz="1100" dirty="0">
                <a:solidFill>
                  <a:srgbClr val="8BB8D9"/>
                </a:solidFill>
                <a:latin typeface="Segoe UI"/>
              </a:rPr>
              <a:t>AI &amp; Machine Learning</a:t>
            </a:r>
          </a:p>
        </p:txBody>
      </p:sp>
      <p:sp>
        <p:nvSpPr>
          <p:cNvPr id="19" name="Card5Bg"/>
          <p:cNvSpPr/>
          <p:nvPr/>
        </p:nvSpPr>
        <p:spPr>
          <a:xfrm>
            <a:off x="9684800" y="920000"/>
            <a:ext cx="2050000" cy="3500000"/>
          </a:xfrm>
          <a:prstGeom prst="roundRect">
            <a:avLst>
              <a:gd name="adj" fmla="val 5000"/>
            </a:avLst>
          </a:prstGeom>
          <a:solidFill>
            <a:srgbClr val="18354F"/>
          </a:solidFill>
          <a:ln w="19050">
            <a:solidFill>
              <a:srgbClr val="6491BB"/>
            </a:solidFill>
          </a:ln>
        </p:spPr>
        <p:txBody>
          <a:bodyPr rtlCol="0" anchor="ctr"/>
          <a:lstStyle/>
          <a:p>
            <a:pPr algn="ctr"/>
            <a:endParaRPr/>
          </a:p>
        </p:txBody>
      </p:sp>
      <p:pic>
        <p:nvPicPr>
          <p:cNvPr id="20" name="Icon5"/>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89800" y="1120000"/>
            <a:ext cx="640000" cy="640000"/>
          </a:xfrm>
          <a:prstGeom prst="rect">
            <a:avLst/>
          </a:prstGeom>
        </p:spPr>
      </p:pic>
      <p:sp>
        <p:nvSpPr>
          <p:cNvPr id="21" name="Name5"/>
          <p:cNvSpPr txBox="1"/>
          <p:nvPr/>
        </p:nvSpPr>
        <p:spPr>
          <a:xfrm>
            <a:off x="9809800" y="1860000"/>
            <a:ext cx="1800000" cy="550000"/>
          </a:xfrm>
          <a:prstGeom prst="rect">
            <a:avLst/>
          </a:prstGeom>
          <a:noFill/>
        </p:spPr>
        <p:txBody>
          <a:bodyPr wrap="square" lIns="36576" tIns="36576" rIns="36576" bIns="36576" anchor="t">
            <a:spAutoFit/>
          </a:bodyPr>
          <a:lstStyle/>
          <a:p>
            <a:pPr algn="ctr"/>
            <a:r>
              <a:rPr lang="en-US" sz="1600" b="1">
                <a:solidFill>
                  <a:schemeClr val="bg1"/>
                </a:solidFill>
                <a:latin typeface="Segoe UI Semibold"/>
              </a:rPr>
              <a:t>NICHOLAS</a:t>
            </a:r>
            <a:br>
              <a:rPr lang="en-US" sz="1600" b="1">
                <a:solidFill>
                  <a:schemeClr val="bg1"/>
                </a:solidFill>
                <a:latin typeface="Segoe UI Semibold"/>
              </a:rPr>
            </a:br>
            <a:r>
              <a:rPr lang="en-US" sz="1600" b="1">
                <a:solidFill>
                  <a:schemeClr val="bg1"/>
                </a:solidFill>
                <a:latin typeface="Segoe UI Semibold"/>
              </a:rPr>
              <a:t>ONEIL</a:t>
            </a:r>
          </a:p>
        </p:txBody>
      </p:sp>
      <p:sp>
        <p:nvSpPr>
          <p:cNvPr id="22" name="Role5"/>
          <p:cNvSpPr txBox="1"/>
          <p:nvPr/>
        </p:nvSpPr>
        <p:spPr>
          <a:xfrm>
            <a:off x="9809800" y="3978428"/>
            <a:ext cx="1800000" cy="243143"/>
          </a:xfrm>
          <a:prstGeom prst="rect">
            <a:avLst/>
          </a:prstGeom>
          <a:noFill/>
        </p:spPr>
        <p:txBody>
          <a:bodyPr wrap="square" lIns="36576" tIns="36576" rIns="36576" bIns="36576" anchor="ctr">
            <a:spAutoFit/>
          </a:bodyPr>
          <a:lstStyle/>
          <a:p>
            <a:pPr algn="ctr"/>
            <a:r>
              <a:rPr lang="en-US" sz="1100" dirty="0">
                <a:solidFill>
                  <a:srgbClr val="8BB8D9"/>
                </a:solidFill>
                <a:latin typeface="Segoe UI"/>
              </a:rPr>
              <a:t>Microsoft Azure CSA</a:t>
            </a:r>
          </a:p>
        </p:txBody>
      </p:sp>
      <p:sp>
        <p:nvSpPr>
          <p:cNvPr id="23" name="BannerBg"/>
          <p:cNvSpPr/>
          <p:nvPr/>
        </p:nvSpPr>
        <p:spPr>
          <a:xfrm>
            <a:off x="290621" y="5600000"/>
            <a:ext cx="11600000" cy="700000"/>
          </a:xfrm>
          <a:prstGeom prst="roundRect">
            <a:avLst>
              <a:gd name="adj" fmla="val 8000"/>
            </a:avLst>
          </a:prstGeom>
          <a:solidFill>
            <a:srgbClr val="0078D4"/>
          </a:solidFill>
          <a:ln w="15240">
            <a:solidFill>
              <a:srgbClr val="0078D4"/>
            </a:solidFill>
          </a:ln>
        </p:spPr>
        <p:txBody>
          <a:bodyPr rtlCol="0" anchor="ctr"/>
          <a:lstStyle/>
          <a:p>
            <a:pPr algn="ctr"/>
            <a:endParaRPr/>
          </a:p>
        </p:txBody>
      </p:sp>
      <p:sp>
        <p:nvSpPr>
          <p:cNvPr id="24" name="BannerText"/>
          <p:cNvSpPr txBox="1"/>
          <p:nvPr/>
        </p:nvSpPr>
        <p:spPr>
          <a:xfrm>
            <a:off x="457200" y="5650000"/>
            <a:ext cx="11277600" cy="600000"/>
          </a:xfrm>
          <a:prstGeom prst="rect">
            <a:avLst/>
          </a:prstGeom>
          <a:noFill/>
        </p:spPr>
        <p:txBody>
          <a:bodyPr wrap="square" lIns="73152" tIns="73152" rIns="73152" bIns="73152" anchor="ctr">
            <a:spAutoFit/>
          </a:bodyPr>
          <a:lstStyle/>
          <a:p>
            <a:pPr algn="l"/>
            <a:r>
              <a:rPr lang="en-US" sz="1400" b="0" dirty="0">
                <a:solidFill>
                  <a:srgbClr val="C6D3DF"/>
                </a:solidFill>
                <a:latin typeface="Segoe UI"/>
              </a:rPr>
              <a:t>Cross-functional team spanning behavioral AI, edge computing, and Azure cloud architecture</a:t>
            </a:r>
          </a:p>
        </p:txBody>
      </p:sp>
    </p:spTree>
    <p:extLst>
      <p:ext uri="{BB962C8B-B14F-4D97-AF65-F5344CB8AC3E}">
        <p14:creationId xmlns:p14="http://schemas.microsoft.com/office/powerpoint/2010/main" val="2023633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8046720" cy="640080"/>
          </a:xfrm>
          <a:prstGeom prst="rect">
            <a:avLst/>
          </a:prstGeom>
          <a:noFill/>
        </p:spPr>
        <p:txBody>
          <a:bodyPr wrap="square" lIns="73152" tIns="73152" rIns="73152" bIns="73152" anchor="t">
            <a:spAutoFit/>
          </a:bodyPr>
          <a:lstStyle/>
          <a:p>
            <a:pPr algn="l"/>
            <a:r>
              <a:rPr sz="3000" b="1">
                <a:solidFill>
                  <a:srgbClr val="FFFFFF"/>
                </a:solidFill>
                <a:latin typeface="Segoe UI Semibold"/>
              </a:rPr>
              <a:t>The Challenge: Safety Without Surveillance</a:t>
            </a:r>
          </a:p>
        </p:txBody>
      </p:sp>
      <p:sp>
        <p:nvSpPr>
          <p:cNvPr id="3" name="Rounded Rectangle 2"/>
          <p:cNvSpPr/>
          <p:nvPr/>
        </p:nvSpPr>
        <p:spPr>
          <a:xfrm>
            <a:off x="640080" y="1143000"/>
            <a:ext cx="5029200" cy="5029200"/>
          </a:xfrm>
          <a:prstGeom prst="roundRect">
            <a:avLst/>
          </a:prstGeom>
          <a:solidFill>
            <a:srgbClr val="18354F"/>
          </a:solidFill>
          <a:ln w="15240">
            <a:solidFill>
              <a:srgbClr val="64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554480"/>
            <a:ext cx="4480560" cy="4389120"/>
          </a:xfrm>
          <a:prstGeom prst="rect">
            <a:avLst/>
          </a:prstGeom>
          <a:noFill/>
        </p:spPr>
        <p:txBody>
          <a:bodyPr wrap="square" lIns="54864" tIns="18288" rIns="36576" bIns="18288">
            <a:spAutoFit/>
          </a:bodyPr>
          <a:lstStyle/>
          <a:p>
            <a:pPr algn="l">
              <a:spcAft>
                <a:spcPts val="400"/>
              </a:spcAft>
            </a:pPr>
            <a:r>
              <a:rPr sz="2000">
                <a:solidFill>
                  <a:srgbClr val="FFFFFF"/>
                </a:solidFill>
                <a:latin typeface="Segoe UI"/>
              </a:rPr>
              <a:t>Constant human monitoring is intrusive and unsustainable</a:t>
            </a:r>
          </a:p>
          <a:p>
            <a:pPr algn="l">
              <a:spcAft>
                <a:spcPts val="400"/>
              </a:spcAft>
            </a:pPr>
            <a:r>
              <a:rPr sz="2000">
                <a:solidFill>
                  <a:srgbClr val="FFFFFF"/>
                </a:solidFill>
                <a:latin typeface="Segoe UI"/>
              </a:rPr>
              <a:t>Traditional systems rely on reactive motion thresholds</a:t>
            </a:r>
          </a:p>
          <a:p>
            <a:pPr algn="l">
              <a:spcAft>
                <a:spcPts val="400"/>
              </a:spcAft>
            </a:pPr>
            <a:r>
              <a:rPr sz="2000">
                <a:solidFill>
                  <a:srgbClr val="FFFFFF"/>
                </a:solidFill>
                <a:latin typeface="Segoe UI"/>
              </a:rPr>
              <a:t>High false positives create alert fatigue</a:t>
            </a:r>
          </a:p>
          <a:p>
            <a:pPr algn="l">
              <a:spcAft>
                <a:spcPts val="400"/>
              </a:spcAft>
            </a:pPr>
            <a:r>
              <a:rPr sz="2000">
                <a:solidFill>
                  <a:srgbClr val="FFFFFF"/>
                </a:solidFill>
                <a:latin typeface="Segoe UI"/>
              </a:rPr>
              <a:t>Early warning signs are often missed</a:t>
            </a:r>
          </a:p>
          <a:p>
            <a:pPr algn="l">
              <a:spcAft>
                <a:spcPts val="400"/>
              </a:spcAft>
            </a:pPr>
            <a:r>
              <a:rPr sz="2000">
                <a:solidFill>
                  <a:srgbClr val="FFFFFF"/>
                </a:solidFill>
                <a:latin typeface="Segoe UI"/>
              </a:rPr>
              <a:t>Residents lose independence when safety requires constant hovering</a:t>
            </a:r>
          </a:p>
        </p:txBody>
      </p:sp>
      <p:sp>
        <p:nvSpPr>
          <p:cNvPr id="5" name="TextBox 4"/>
          <p:cNvSpPr txBox="1"/>
          <p:nvPr/>
        </p:nvSpPr>
        <p:spPr>
          <a:xfrm>
            <a:off x="6126480" y="1005840"/>
            <a:ext cx="5029200" cy="365760"/>
          </a:xfrm>
          <a:prstGeom prst="rect">
            <a:avLst/>
          </a:prstGeom>
          <a:noFill/>
        </p:spPr>
        <p:txBody>
          <a:bodyPr wrap="square" lIns="73152" tIns="73152" rIns="73152" bIns="73152" anchor="t">
            <a:spAutoFit/>
          </a:bodyPr>
          <a:lstStyle/>
          <a:p>
            <a:pPr algn="l"/>
            <a:r>
              <a:rPr sz="1800" b="1">
                <a:solidFill>
                  <a:srgbClr val="C6D3DF"/>
                </a:solidFill>
                <a:latin typeface="Segoe UI"/>
              </a:rPr>
              <a:t>What current systems miss</a:t>
            </a:r>
          </a:p>
        </p:txBody>
      </p:sp>
      <p:sp>
        <p:nvSpPr>
          <p:cNvPr id="6" name="Rounded Rectangle 5"/>
          <p:cNvSpPr/>
          <p:nvPr/>
        </p:nvSpPr>
        <p:spPr>
          <a:xfrm>
            <a:off x="6126480" y="1508760"/>
            <a:ext cx="2240280" cy="3566160"/>
          </a:xfrm>
          <a:prstGeom prst="roundRect">
            <a:avLst/>
          </a:prstGeom>
          <a:solidFill>
            <a:srgbClr val="354859"/>
          </a:solidFill>
          <a:ln w="19050">
            <a:solidFill>
              <a:srgbClr val="64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55080" y="1591696"/>
            <a:ext cx="1737360" cy="365760"/>
          </a:xfrm>
          <a:prstGeom prst="rect">
            <a:avLst/>
          </a:prstGeom>
          <a:noFill/>
        </p:spPr>
        <p:txBody>
          <a:bodyPr wrap="square" lIns="73152" tIns="73152" rIns="73152" bIns="73152" anchor="t">
            <a:spAutoFit/>
          </a:bodyPr>
          <a:lstStyle/>
          <a:p>
            <a:pPr algn="ctr"/>
            <a:r>
              <a:rPr sz="1800" b="1" dirty="0">
                <a:solidFill>
                  <a:srgbClr val="FFFFFF"/>
                </a:solidFill>
                <a:latin typeface="Segoe UI"/>
              </a:rPr>
              <a:t>Current system</a:t>
            </a:r>
          </a:p>
        </p:txBody>
      </p:sp>
      <p:sp>
        <p:nvSpPr>
          <p:cNvPr id="8" name="Rounded Rectangle 7"/>
          <p:cNvSpPr/>
          <p:nvPr/>
        </p:nvSpPr>
        <p:spPr>
          <a:xfrm>
            <a:off x="6400800" y="2331720"/>
            <a:ext cx="1691640" cy="438912"/>
          </a:xfrm>
          <a:prstGeom prst="roundRect">
            <a:avLst/>
          </a:prstGeom>
          <a:solidFill>
            <a:srgbClr val="4A5A69"/>
          </a:solidFill>
          <a:ln w="12700">
            <a:solidFill>
              <a:srgbClr val="4A5A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3952" y="2404872"/>
            <a:ext cx="1554480" cy="256032"/>
          </a:xfrm>
          <a:prstGeom prst="rect">
            <a:avLst/>
          </a:prstGeom>
          <a:noFill/>
        </p:spPr>
        <p:txBody>
          <a:bodyPr wrap="square" lIns="73152" tIns="73152" rIns="73152" bIns="73152" anchor="t">
            <a:spAutoFit/>
          </a:bodyPr>
          <a:lstStyle/>
          <a:p>
            <a:pPr algn="ctr"/>
            <a:r>
              <a:rPr sz="1400" b="0">
                <a:solidFill>
                  <a:srgbClr val="FFFFFF"/>
                </a:solidFill>
                <a:latin typeface="Segoe UI"/>
              </a:rPr>
              <a:t>Motion detected</a:t>
            </a:r>
          </a:p>
        </p:txBody>
      </p:sp>
      <p:sp>
        <p:nvSpPr>
          <p:cNvPr id="10" name="Rounded Rectangle 9"/>
          <p:cNvSpPr/>
          <p:nvPr/>
        </p:nvSpPr>
        <p:spPr>
          <a:xfrm>
            <a:off x="6400800" y="2953512"/>
            <a:ext cx="1691640" cy="438912"/>
          </a:xfrm>
          <a:prstGeom prst="roundRect">
            <a:avLst/>
          </a:prstGeom>
          <a:solidFill>
            <a:srgbClr val="4A5A69"/>
          </a:solidFill>
          <a:ln w="12700">
            <a:solidFill>
              <a:srgbClr val="4A5A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3952" y="3026664"/>
            <a:ext cx="1554480" cy="256032"/>
          </a:xfrm>
          <a:prstGeom prst="rect">
            <a:avLst/>
          </a:prstGeom>
          <a:noFill/>
        </p:spPr>
        <p:txBody>
          <a:bodyPr wrap="square" lIns="73152" tIns="73152" rIns="73152" bIns="73152" anchor="t">
            <a:spAutoFit/>
          </a:bodyPr>
          <a:lstStyle/>
          <a:p>
            <a:pPr algn="ctr"/>
            <a:r>
              <a:rPr sz="1400" b="0">
                <a:solidFill>
                  <a:srgbClr val="FFFFFF"/>
                </a:solidFill>
                <a:latin typeface="Segoe UI"/>
              </a:rPr>
              <a:t>Unknown cause</a:t>
            </a:r>
          </a:p>
        </p:txBody>
      </p:sp>
      <p:sp>
        <p:nvSpPr>
          <p:cNvPr id="12" name="Rounded Rectangle 11"/>
          <p:cNvSpPr/>
          <p:nvPr/>
        </p:nvSpPr>
        <p:spPr>
          <a:xfrm>
            <a:off x="6400800" y="3575304"/>
            <a:ext cx="1691640" cy="438912"/>
          </a:xfrm>
          <a:prstGeom prst="roundRect">
            <a:avLst/>
          </a:prstGeom>
          <a:solidFill>
            <a:srgbClr val="4A5A69"/>
          </a:solidFill>
          <a:ln w="12700">
            <a:solidFill>
              <a:srgbClr val="4A5A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73952" y="3648456"/>
            <a:ext cx="1554480" cy="256032"/>
          </a:xfrm>
          <a:prstGeom prst="rect">
            <a:avLst/>
          </a:prstGeom>
          <a:noFill/>
        </p:spPr>
        <p:txBody>
          <a:bodyPr wrap="square" lIns="73152" tIns="73152" rIns="73152" bIns="73152" anchor="t">
            <a:spAutoFit/>
          </a:bodyPr>
          <a:lstStyle/>
          <a:p>
            <a:pPr algn="ctr"/>
            <a:r>
              <a:rPr sz="1400" b="0">
                <a:solidFill>
                  <a:srgbClr val="FFFFFF"/>
                </a:solidFill>
                <a:latin typeface="Segoe UI"/>
              </a:rPr>
              <a:t>No context</a:t>
            </a:r>
          </a:p>
        </p:txBody>
      </p:sp>
      <p:sp>
        <p:nvSpPr>
          <p:cNvPr id="14" name="Rounded Rectangle 13"/>
          <p:cNvSpPr/>
          <p:nvPr/>
        </p:nvSpPr>
        <p:spPr>
          <a:xfrm>
            <a:off x="6400800" y="4197096"/>
            <a:ext cx="1691640" cy="438912"/>
          </a:xfrm>
          <a:prstGeom prst="roundRect">
            <a:avLst/>
          </a:prstGeom>
          <a:solidFill>
            <a:srgbClr val="4A5A69"/>
          </a:solidFill>
          <a:ln w="12700">
            <a:solidFill>
              <a:srgbClr val="4A5A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3952" y="4270248"/>
            <a:ext cx="1554480" cy="256032"/>
          </a:xfrm>
          <a:prstGeom prst="rect">
            <a:avLst/>
          </a:prstGeom>
          <a:noFill/>
        </p:spPr>
        <p:txBody>
          <a:bodyPr wrap="square" lIns="73152" tIns="73152" rIns="73152" bIns="73152" anchor="t">
            <a:spAutoFit/>
          </a:bodyPr>
          <a:lstStyle/>
          <a:p>
            <a:pPr algn="ctr"/>
            <a:r>
              <a:rPr sz="1400" b="0">
                <a:solidFill>
                  <a:srgbClr val="FFFFFF"/>
                </a:solidFill>
                <a:latin typeface="Segoe UI"/>
              </a:rPr>
              <a:t>Reactive only</a:t>
            </a:r>
          </a:p>
        </p:txBody>
      </p:sp>
      <p:sp>
        <p:nvSpPr>
          <p:cNvPr id="16" name="Rounded Rectangle 15"/>
          <p:cNvSpPr/>
          <p:nvPr/>
        </p:nvSpPr>
        <p:spPr>
          <a:xfrm>
            <a:off x="8641080" y="1508760"/>
            <a:ext cx="2651760" cy="3566160"/>
          </a:xfrm>
          <a:prstGeom prst="roundRect">
            <a:avLst/>
          </a:prstGeom>
          <a:solidFill>
            <a:srgbClr val="0078D4"/>
          </a:solidFill>
          <a:ln w="19050">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15400" y="1591696"/>
            <a:ext cx="2103120" cy="365760"/>
          </a:xfrm>
          <a:prstGeom prst="rect">
            <a:avLst/>
          </a:prstGeom>
          <a:noFill/>
        </p:spPr>
        <p:txBody>
          <a:bodyPr wrap="square" lIns="73152" tIns="73152" rIns="73152" bIns="73152" anchor="t">
            <a:spAutoFit/>
          </a:bodyPr>
          <a:lstStyle/>
          <a:p>
            <a:pPr algn="ctr"/>
            <a:r>
              <a:rPr sz="1800" b="1">
                <a:solidFill>
                  <a:srgbClr val="FFFFFF"/>
                </a:solidFill>
                <a:latin typeface="Segoe UI"/>
              </a:rPr>
              <a:t>Our system</a:t>
            </a:r>
          </a:p>
        </p:txBody>
      </p:sp>
      <p:sp>
        <p:nvSpPr>
          <p:cNvPr id="18" name="Rounded Rectangle 17"/>
          <p:cNvSpPr/>
          <p:nvPr/>
        </p:nvSpPr>
        <p:spPr>
          <a:xfrm>
            <a:off x="8942832" y="2286000"/>
            <a:ext cx="2011680" cy="438912"/>
          </a:xfrm>
          <a:prstGeom prst="roundRect">
            <a:avLst/>
          </a:prstGeom>
          <a:solidFill>
            <a:srgbClr val="104A76"/>
          </a:solidFill>
          <a:ln w="12700">
            <a:solidFill>
              <a:srgbClr val="104A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34272" y="2359152"/>
            <a:ext cx="1828800" cy="274320"/>
          </a:xfrm>
          <a:prstGeom prst="rect">
            <a:avLst/>
          </a:prstGeom>
          <a:noFill/>
        </p:spPr>
        <p:txBody>
          <a:bodyPr wrap="square" lIns="73152" tIns="73152" rIns="73152" bIns="73152" anchor="t">
            <a:spAutoFit/>
          </a:bodyPr>
          <a:lstStyle/>
          <a:p>
            <a:pPr algn="ctr"/>
            <a:r>
              <a:rPr sz="1300" b="0">
                <a:solidFill>
                  <a:srgbClr val="FFFFFF"/>
                </a:solidFill>
                <a:latin typeface="Segoe UI"/>
              </a:rPr>
              <a:t>2:30 AM wake pattern</a:t>
            </a:r>
          </a:p>
        </p:txBody>
      </p:sp>
      <p:sp>
        <p:nvSpPr>
          <p:cNvPr id="20" name="Rounded Rectangle 19"/>
          <p:cNvSpPr/>
          <p:nvPr/>
        </p:nvSpPr>
        <p:spPr>
          <a:xfrm>
            <a:off x="8942832" y="2907792"/>
            <a:ext cx="2011680" cy="438912"/>
          </a:xfrm>
          <a:prstGeom prst="roundRect">
            <a:avLst/>
          </a:prstGeom>
          <a:solidFill>
            <a:srgbClr val="104A76"/>
          </a:solidFill>
          <a:ln w="12700">
            <a:solidFill>
              <a:srgbClr val="104A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34272" y="2980944"/>
            <a:ext cx="1828800" cy="274320"/>
          </a:xfrm>
          <a:prstGeom prst="rect">
            <a:avLst/>
          </a:prstGeom>
          <a:noFill/>
        </p:spPr>
        <p:txBody>
          <a:bodyPr wrap="square" lIns="73152" tIns="73152" rIns="73152" bIns="73152" anchor="t">
            <a:spAutoFit/>
          </a:bodyPr>
          <a:lstStyle/>
          <a:p>
            <a:pPr algn="ctr"/>
            <a:r>
              <a:rPr sz="1300" b="0">
                <a:solidFill>
                  <a:srgbClr val="FFFFFF"/>
                </a:solidFill>
                <a:latin typeface="Segoe UI"/>
              </a:rPr>
              <a:t>Moved toward door</a:t>
            </a:r>
          </a:p>
        </p:txBody>
      </p:sp>
      <p:sp>
        <p:nvSpPr>
          <p:cNvPr id="22" name="Rounded Rectangle 21"/>
          <p:cNvSpPr/>
          <p:nvPr/>
        </p:nvSpPr>
        <p:spPr>
          <a:xfrm>
            <a:off x="8942832" y="3529584"/>
            <a:ext cx="2011680" cy="438912"/>
          </a:xfrm>
          <a:prstGeom prst="roundRect">
            <a:avLst/>
          </a:prstGeom>
          <a:solidFill>
            <a:srgbClr val="104A76"/>
          </a:solidFill>
          <a:ln w="12700">
            <a:solidFill>
              <a:srgbClr val="104A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34272" y="3602736"/>
            <a:ext cx="1828800" cy="274320"/>
          </a:xfrm>
          <a:prstGeom prst="rect">
            <a:avLst/>
          </a:prstGeom>
          <a:noFill/>
        </p:spPr>
        <p:txBody>
          <a:bodyPr wrap="square" lIns="73152" tIns="73152" rIns="73152" bIns="73152" anchor="t">
            <a:spAutoFit/>
          </a:bodyPr>
          <a:lstStyle/>
          <a:p>
            <a:pPr algn="ctr"/>
            <a:r>
              <a:rPr sz="1300" b="0">
                <a:solidFill>
                  <a:srgbClr val="FFFFFF"/>
                </a:solidFill>
                <a:latin typeface="Segoe UI"/>
              </a:rPr>
              <a:t>No return behavior</a:t>
            </a:r>
          </a:p>
        </p:txBody>
      </p:sp>
      <p:sp>
        <p:nvSpPr>
          <p:cNvPr id="24" name="Rounded Rectangle 23"/>
          <p:cNvSpPr/>
          <p:nvPr/>
        </p:nvSpPr>
        <p:spPr>
          <a:xfrm>
            <a:off x="8942832" y="4151376"/>
            <a:ext cx="2011680" cy="438912"/>
          </a:xfrm>
          <a:prstGeom prst="roundRect">
            <a:avLst/>
          </a:prstGeom>
          <a:solidFill>
            <a:srgbClr val="104A76"/>
          </a:solidFill>
          <a:ln w="12700">
            <a:solidFill>
              <a:srgbClr val="104A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34272" y="4224528"/>
            <a:ext cx="1828800" cy="274320"/>
          </a:xfrm>
          <a:prstGeom prst="rect">
            <a:avLst/>
          </a:prstGeom>
          <a:noFill/>
        </p:spPr>
        <p:txBody>
          <a:bodyPr wrap="square" lIns="73152" tIns="73152" rIns="73152" bIns="73152" anchor="t">
            <a:spAutoFit/>
          </a:bodyPr>
          <a:lstStyle/>
          <a:p>
            <a:pPr algn="ctr"/>
            <a:r>
              <a:rPr sz="1300" b="0" dirty="0">
                <a:solidFill>
                  <a:srgbClr val="FFFFFF"/>
                </a:solidFill>
                <a:latin typeface="Segoe UI"/>
              </a:rPr>
              <a:t>Likely </a:t>
            </a:r>
            <a:r>
              <a:rPr lang="en-US" sz="1300" b="0" dirty="0">
                <a:solidFill>
                  <a:srgbClr val="FFFFFF"/>
                </a:solidFill>
                <a:latin typeface="Segoe UI"/>
              </a:rPr>
              <a:t>elopement </a:t>
            </a:r>
            <a:r>
              <a:rPr sz="1300" b="0" dirty="0">
                <a:solidFill>
                  <a:srgbClr val="FFFFFF"/>
                </a:solidFill>
                <a:latin typeface="Segoe UI"/>
              </a:rPr>
              <a:t>risk</a:t>
            </a:r>
          </a:p>
        </p:txBody>
      </p:sp>
      <p:sp>
        <p:nvSpPr>
          <p:cNvPr id="26" name="TextBox 25"/>
          <p:cNvSpPr txBox="1"/>
          <p:nvPr/>
        </p:nvSpPr>
        <p:spPr>
          <a:xfrm>
            <a:off x="6309360" y="5440680"/>
            <a:ext cx="4754880" cy="701731"/>
          </a:xfrm>
          <a:prstGeom prst="rect">
            <a:avLst/>
          </a:prstGeom>
          <a:noFill/>
        </p:spPr>
        <p:txBody>
          <a:bodyPr wrap="square" lIns="73152" tIns="73152" rIns="73152" bIns="73152" anchor="t">
            <a:spAutoFit/>
          </a:bodyPr>
          <a:lstStyle/>
          <a:p>
            <a:pPr algn="ctr"/>
            <a:r>
              <a:rPr lang="en-US" sz="1800" b="1" dirty="0">
                <a:solidFill>
                  <a:srgbClr val="FFC107"/>
                </a:solidFill>
                <a:latin typeface="Segoe UI"/>
              </a:rPr>
              <a:t>Current systems detect motion </a:t>
            </a:r>
            <a:r>
              <a:rPr lang="en-US" sz="1800" b="1">
                <a:solidFill>
                  <a:srgbClr val="FFC107"/>
                </a:solidFill>
                <a:latin typeface="Segoe UI"/>
              </a:rPr>
              <a:t>—</a:t>
            </a:r>
            <a:r>
              <a:rPr lang="en-US" sz="1800" b="1" dirty="0">
                <a:solidFill>
                  <a:srgbClr val="FFC107"/>
                </a:solidFill>
                <a:latin typeface="Segoe UI"/>
              </a:rPr>
              <a:t> but they don’t understand intent.</a:t>
            </a:r>
            <a:endParaRPr sz="1800" b="1" dirty="0">
              <a:solidFill>
                <a:srgbClr val="FFC107"/>
              </a:solidFill>
              <a:latin typeface="Segoe U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itle"/>
          <p:cNvSpPr txBox="1"/>
          <p:nvPr/>
        </p:nvSpPr>
        <p:spPr>
          <a:xfrm>
            <a:off x="640080" y="228600"/>
            <a:ext cx="10911840" cy="548640"/>
          </a:xfrm>
          <a:prstGeom prst="rect">
            <a:avLst/>
          </a:prstGeom>
          <a:noFill/>
        </p:spPr>
        <p:txBody>
          <a:bodyPr wrap="square" lIns="0" tIns="0" rIns="0" bIns="0" anchor="t">
            <a:spAutoFit/>
          </a:bodyPr>
          <a:lstStyle/>
          <a:p>
            <a:pPr algn="l"/>
            <a:r>
              <a:rPr lang="en-US" sz="2800" b="1" dirty="0">
                <a:solidFill>
                  <a:srgbClr val="FFFFFF"/>
                </a:solidFill>
                <a:latin typeface="Trebuchet MS"/>
                <a:cs typeface="Trebuchet MS"/>
              </a:rPr>
              <a:t>Hackathon Requirements → Our Solution</a:t>
            </a:r>
          </a:p>
        </p:txBody>
      </p:sp>
      <p:sp>
        <p:nvSpPr>
          <p:cNvPr id="3" name="LeftColBg"/>
          <p:cNvSpPr/>
          <p:nvPr/>
        </p:nvSpPr>
        <p:spPr>
          <a:xfrm>
            <a:off x="457200" y="914400"/>
            <a:ext cx="5486400" cy="4663440"/>
          </a:xfrm>
          <a:prstGeom prst="roundRect">
            <a:avLst>
              <a:gd name="adj" fmla="val 3000"/>
            </a:avLst>
          </a:prstGeom>
          <a:solidFill>
            <a:srgbClr val="112A3A"/>
          </a:solidFill>
          <a:ln w="19050">
            <a:solidFill>
              <a:srgbClr val="1B6B93"/>
            </a:solidFill>
          </a:ln>
        </p:spPr>
        <p:txBody>
          <a:bodyPr/>
          <a:lstStyle/>
          <a:p>
            <a:endParaRPr lang="en-US"/>
          </a:p>
        </p:txBody>
      </p:sp>
      <p:sp>
        <p:nvSpPr>
          <p:cNvPr id="4" name="LeftHeader"/>
          <p:cNvSpPr txBox="1"/>
          <p:nvPr/>
        </p:nvSpPr>
        <p:spPr>
          <a:xfrm>
            <a:off x="685800" y="1005840"/>
            <a:ext cx="5029200" cy="365760"/>
          </a:xfrm>
          <a:prstGeom prst="rect">
            <a:avLst/>
          </a:prstGeom>
          <a:noFill/>
        </p:spPr>
        <p:txBody>
          <a:bodyPr wrap="square" lIns="0" tIns="0" rIns="0" bIns="0" anchor="t">
            <a:spAutoFit/>
          </a:bodyPr>
          <a:lstStyle/>
          <a:p>
            <a:pPr algn="l"/>
            <a:r>
              <a:rPr lang="en-US" sz="2000" b="1" dirty="0">
                <a:solidFill>
                  <a:srgbClr val="4FC3F7"/>
                </a:solidFill>
                <a:latin typeface="Trebuchet MS"/>
                <a:cs typeface="Trebuchet MS"/>
              </a:rPr>
              <a:t>Requirements</a:t>
            </a:r>
          </a:p>
        </p:txBody>
      </p:sp>
      <p:sp>
        <p:nvSpPr>
          <p:cNvPr id="5" name="LeftContent"/>
          <p:cNvSpPr txBox="1"/>
          <p:nvPr/>
        </p:nvSpPr>
        <p:spPr>
          <a:xfrm>
            <a:off x="685800" y="1463040"/>
            <a:ext cx="5029200" cy="3886200"/>
          </a:xfrm>
          <a:prstGeom prst="rect">
            <a:avLst/>
          </a:prstGeom>
          <a:noFill/>
        </p:spPr>
        <p:txBody>
          <a:bodyPr wrap="square" lIns="0" tIns="0" rIns="0" bIns="0" anchor="t">
            <a:spAutoFit/>
          </a:bodyPr>
          <a:lstStyle/>
          <a:p>
            <a:pPr marL="228600" indent="-228600" algn="l">
              <a:lnSpc>
                <a:spcPts val="2200"/>
              </a:lnSpc>
              <a:buClr>
                <a:srgbClr val="4FC3F7"/>
              </a:buClr>
              <a:buFont typeface="Arial" panose="020B0604020202020204"/>
              <a:buChar char="●"/>
            </a:pPr>
            <a:r>
              <a:rPr lang="en-US" sz="1400" dirty="0">
                <a:solidFill>
                  <a:srgbClr val="E0E0E0"/>
                </a:solidFill>
                <a:latin typeface="Calibri"/>
                <a:cs typeface="Calibri"/>
              </a:rPr>
              <a:t>Detect routine vs emergency behavior</a:t>
            </a:r>
          </a:p>
          <a:p>
            <a:pPr marL="228600" indent="-228600" algn="l">
              <a:lnSpc>
                <a:spcPts val="2200"/>
              </a:lnSpc>
              <a:buClr>
                <a:srgbClr val="4FC3F7"/>
              </a:buClr>
              <a:buFont typeface="Arial" panose="020B0604020202020204"/>
              <a:buChar char="●"/>
            </a:pPr>
            <a:r>
              <a:rPr lang="en-US" sz="1400" dirty="0">
                <a:solidFill>
                  <a:srgbClr val="E0E0E0"/>
                </a:solidFill>
                <a:latin typeface="Calibri"/>
                <a:cs typeface="Calibri"/>
              </a:rPr>
              <a:t>Use Edge AI and sensor fusion</a:t>
            </a:r>
          </a:p>
          <a:p>
            <a:pPr marL="228600" indent="-228600" algn="l">
              <a:lnSpc>
                <a:spcPts val="2200"/>
              </a:lnSpc>
              <a:buClr>
                <a:srgbClr val="4FC3F7"/>
              </a:buClr>
              <a:buFont typeface="Arial" panose="020B0604020202020204"/>
              <a:buChar char="●"/>
            </a:pPr>
            <a:r>
              <a:rPr lang="en-US" sz="1400" dirty="0">
                <a:solidFill>
                  <a:srgbClr val="E0E0E0"/>
                </a:solidFill>
                <a:latin typeface="Calibri"/>
                <a:cs typeface="Calibri"/>
              </a:rPr>
              <a:t>Identify high-risk events:</a:t>
            </a:r>
          </a:p>
          <a:p>
            <a:pPr marL="457200" indent="-228600" algn="l">
              <a:lnSpc>
                <a:spcPts val="2000"/>
              </a:lnSpc>
              <a:buClr>
                <a:srgbClr val="4FC3F7"/>
              </a:buClr>
              <a:buFont typeface="Arial" panose="020B0604020202020204"/>
              <a:buChar char="–"/>
            </a:pPr>
            <a:r>
              <a:rPr lang="en-US" sz="1300" dirty="0">
                <a:solidFill>
                  <a:srgbClr val="B0BEC5"/>
                </a:solidFill>
                <a:latin typeface="Calibri"/>
                <a:cs typeface="Calibri"/>
              </a:rPr>
              <a:t>Falls</a:t>
            </a:r>
          </a:p>
          <a:p>
            <a:pPr marL="457200" indent="-228600" algn="l">
              <a:lnSpc>
                <a:spcPts val="2000"/>
              </a:lnSpc>
              <a:buClr>
                <a:srgbClr val="4FC3F7"/>
              </a:buClr>
              <a:buFont typeface="Arial" panose="020B0604020202020204"/>
              <a:buChar char="–"/>
            </a:pPr>
            <a:r>
              <a:rPr lang="en-US" sz="1300" dirty="0">
                <a:solidFill>
                  <a:srgbClr val="B0BEC5"/>
                </a:solidFill>
                <a:latin typeface="Calibri"/>
                <a:cs typeface="Calibri"/>
              </a:rPr>
              <a:t>Wandering / elopement</a:t>
            </a:r>
          </a:p>
          <a:p>
            <a:pPr marL="457200" indent="-228600" algn="l">
              <a:lnSpc>
                <a:spcPts val="2000"/>
              </a:lnSpc>
              <a:buClr>
                <a:srgbClr val="4FC3F7"/>
              </a:buClr>
              <a:buFont typeface="Arial" panose="020B0604020202020204"/>
              <a:buChar char="–"/>
            </a:pPr>
            <a:r>
              <a:rPr lang="en-US" sz="1300" dirty="0">
                <a:solidFill>
                  <a:srgbClr val="B0BEC5"/>
                </a:solidFill>
                <a:latin typeface="Calibri"/>
                <a:cs typeface="Calibri"/>
              </a:rPr>
              <a:t>Behavioral anomalies</a:t>
            </a:r>
          </a:p>
          <a:p>
            <a:pPr marL="228600" indent="-228600" algn="l">
              <a:lnSpc>
                <a:spcPts val="2200"/>
              </a:lnSpc>
              <a:buClr>
                <a:srgbClr val="4FC3F7"/>
              </a:buClr>
              <a:buFont typeface="Arial" panose="020B0604020202020204"/>
              <a:buChar char="●"/>
            </a:pPr>
            <a:r>
              <a:rPr lang="en-US" sz="1400" dirty="0">
                <a:solidFill>
                  <a:srgbClr val="E0E0E0"/>
                </a:solidFill>
                <a:latin typeface="Calibri"/>
                <a:cs typeface="Calibri"/>
              </a:rPr>
              <a:t>Enable semi-independent living without constant monitoring</a:t>
            </a:r>
          </a:p>
        </p:txBody>
      </p:sp>
      <p:sp>
        <p:nvSpPr>
          <p:cNvPr id="6" name="RightColBg"/>
          <p:cNvSpPr/>
          <p:nvPr/>
        </p:nvSpPr>
        <p:spPr>
          <a:xfrm>
            <a:off x="6248400" y="914400"/>
            <a:ext cx="5486400" cy="4663440"/>
          </a:xfrm>
          <a:prstGeom prst="roundRect">
            <a:avLst>
              <a:gd name="adj" fmla="val 3000"/>
            </a:avLst>
          </a:prstGeom>
          <a:solidFill>
            <a:srgbClr val="0A2A2F"/>
          </a:solidFill>
          <a:ln w="19050">
            <a:solidFill>
              <a:srgbClr val="00897B"/>
            </a:solidFill>
          </a:ln>
        </p:spPr>
        <p:txBody>
          <a:bodyPr/>
          <a:lstStyle/>
          <a:p>
            <a:endParaRPr lang="en-US"/>
          </a:p>
        </p:txBody>
      </p:sp>
      <p:sp>
        <p:nvSpPr>
          <p:cNvPr id="7" name="RightHeader"/>
          <p:cNvSpPr txBox="1"/>
          <p:nvPr/>
        </p:nvSpPr>
        <p:spPr>
          <a:xfrm>
            <a:off x="6477000" y="1005840"/>
            <a:ext cx="5029200" cy="365760"/>
          </a:xfrm>
          <a:prstGeom prst="rect">
            <a:avLst/>
          </a:prstGeom>
          <a:noFill/>
        </p:spPr>
        <p:txBody>
          <a:bodyPr wrap="square" lIns="0" tIns="0" rIns="0" bIns="0" anchor="t">
            <a:spAutoFit/>
          </a:bodyPr>
          <a:lstStyle/>
          <a:p>
            <a:pPr algn="l"/>
            <a:r>
              <a:rPr lang="en-US" sz="2000" b="1" dirty="0">
                <a:solidFill>
                  <a:srgbClr val="26A69A"/>
                </a:solidFill>
                <a:latin typeface="Trebuchet MS"/>
                <a:cs typeface="Trebuchet MS"/>
              </a:rPr>
              <a:t>Our Implementation</a:t>
            </a:r>
          </a:p>
        </p:txBody>
      </p:sp>
      <p:sp>
        <p:nvSpPr>
          <p:cNvPr id="8" name="RightContent"/>
          <p:cNvSpPr txBox="1"/>
          <p:nvPr/>
        </p:nvSpPr>
        <p:spPr>
          <a:xfrm>
            <a:off x="6477000" y="1463040"/>
            <a:ext cx="5029200" cy="3886200"/>
          </a:xfrm>
          <a:prstGeom prst="rect">
            <a:avLst/>
          </a:prstGeom>
          <a:noFill/>
        </p:spPr>
        <p:txBody>
          <a:bodyPr wrap="square" lIns="0" tIns="0" rIns="0" bIns="0" anchor="t">
            <a:spAutoFit/>
          </a:bodyPr>
          <a:lstStyle/>
          <a:p>
            <a:pPr marL="228600" indent="-228600" algn="l">
              <a:lnSpc>
                <a:spcPts val="2200"/>
              </a:lnSpc>
              <a:buClr>
                <a:srgbClr val="26A69A"/>
              </a:buClr>
              <a:buFont typeface="Arial" panose="020B0604020202020204"/>
              <a:buChar char="●"/>
            </a:pPr>
            <a:r>
              <a:rPr lang="en-US" sz="1400" b="1" dirty="0">
                <a:solidFill>
                  <a:srgbClr val="E0E0E0"/>
                </a:solidFill>
                <a:latin typeface="Calibri"/>
                <a:cs typeface="Calibri"/>
              </a:rPr>
              <a:t>Behavioral Twin:</a:t>
            </a:r>
          </a:p>
          <a:p>
            <a:pPr marL="457200" indent="-228600" algn="l">
              <a:lnSpc>
                <a:spcPts val="2000"/>
              </a:lnSpc>
              <a:buClr>
                <a:srgbClr val="26A69A"/>
              </a:buClr>
              <a:buFont typeface="Arial" panose="020B0604020202020204"/>
              <a:buChar char="–"/>
            </a:pPr>
            <a:r>
              <a:rPr lang="en-US" sz="1300" dirty="0">
                <a:solidFill>
                  <a:srgbClr val="B0BEC5"/>
                </a:solidFill>
                <a:latin typeface="Calibri"/>
                <a:cs typeface="Calibri"/>
              </a:rPr>
              <a:t>Learns individual routines</a:t>
            </a:r>
          </a:p>
          <a:p>
            <a:pPr marL="457200" indent="-228600" algn="l">
              <a:lnSpc>
                <a:spcPts val="2000"/>
              </a:lnSpc>
              <a:buClr>
                <a:srgbClr val="26A69A"/>
              </a:buClr>
              <a:buFont typeface="Arial" panose="020B0604020202020204"/>
              <a:buChar char="–"/>
            </a:pPr>
            <a:r>
              <a:rPr lang="en-US" sz="1300" dirty="0">
                <a:solidFill>
                  <a:srgbClr val="B0BEC5"/>
                </a:solidFill>
                <a:latin typeface="Calibri"/>
                <a:cs typeface="Calibri"/>
              </a:rPr>
              <a:t>Establishes baseline behavior</a:t>
            </a:r>
          </a:p>
          <a:p>
            <a:pPr marL="228600" indent="-228600" algn="l">
              <a:lnSpc>
                <a:spcPts val="2200"/>
              </a:lnSpc>
              <a:buClr>
                <a:srgbClr val="26A69A"/>
              </a:buClr>
              <a:buFont typeface="Arial" panose="020B0604020202020204"/>
              <a:buChar char="●"/>
            </a:pPr>
            <a:r>
              <a:rPr lang="en-US" sz="1400" b="1" dirty="0">
                <a:solidFill>
                  <a:srgbClr val="E0E0E0"/>
                </a:solidFill>
                <a:latin typeface="Calibri"/>
                <a:cs typeface="Calibri"/>
              </a:rPr>
              <a:t>Intent Engine:</a:t>
            </a:r>
          </a:p>
          <a:p>
            <a:pPr marL="457200" indent="-228600" algn="l">
              <a:lnSpc>
                <a:spcPts val="2000"/>
              </a:lnSpc>
              <a:buClr>
                <a:srgbClr val="26A69A"/>
              </a:buClr>
              <a:buFont typeface="Arial" panose="020B0604020202020204"/>
              <a:buChar char="–"/>
            </a:pPr>
            <a:r>
              <a:rPr lang="en-US" sz="1300" dirty="0">
                <a:solidFill>
                  <a:srgbClr val="B0BEC5"/>
                </a:solidFill>
                <a:latin typeface="Calibri"/>
                <a:cs typeface="Calibri"/>
              </a:rPr>
              <a:t>Interprets deviations</a:t>
            </a:r>
          </a:p>
          <a:p>
            <a:pPr marL="457200" indent="-228600" algn="l">
              <a:lnSpc>
                <a:spcPts val="2000"/>
              </a:lnSpc>
              <a:buClr>
                <a:srgbClr val="26A69A"/>
              </a:buClr>
              <a:buFont typeface="Arial" panose="020B0604020202020204"/>
              <a:buChar char="–"/>
            </a:pPr>
            <a:r>
              <a:rPr lang="en-US" sz="1300" dirty="0">
                <a:solidFill>
                  <a:srgbClr val="B0BEC5"/>
                </a:solidFill>
                <a:latin typeface="Calibri"/>
                <a:cs typeface="Calibri"/>
              </a:rPr>
              <a:t>Explains risk in context</a:t>
            </a:r>
          </a:p>
          <a:p>
            <a:pPr marL="228600" indent="-228600" algn="l">
              <a:lnSpc>
                <a:spcPts val="2200"/>
              </a:lnSpc>
              <a:buClr>
                <a:srgbClr val="26A69A"/>
              </a:buClr>
              <a:buFont typeface="Arial" panose="020B0604020202020204"/>
              <a:buChar char="●"/>
            </a:pPr>
            <a:r>
              <a:rPr lang="en-US" sz="1400" b="1" dirty="0">
                <a:solidFill>
                  <a:srgbClr val="E0E0E0"/>
                </a:solidFill>
                <a:latin typeface="Calibri"/>
                <a:cs typeface="Calibri"/>
              </a:rPr>
              <a:t>Multimodal signal fusion:</a:t>
            </a:r>
          </a:p>
          <a:p>
            <a:pPr marL="457200" indent="-228600" algn="l">
              <a:lnSpc>
                <a:spcPts val="2000"/>
              </a:lnSpc>
              <a:buClr>
                <a:srgbClr val="26A69A"/>
              </a:buClr>
              <a:buFont typeface="Arial" panose="020B0604020202020204"/>
              <a:buChar char="–"/>
            </a:pPr>
            <a:r>
              <a:rPr lang="en-US" sz="1300" dirty="0">
                <a:solidFill>
                  <a:srgbClr val="B0BEC5"/>
                </a:solidFill>
                <a:latin typeface="Calibri"/>
                <a:cs typeface="Calibri"/>
              </a:rPr>
              <a:t>Vision (privacy-safe events only)</a:t>
            </a:r>
          </a:p>
          <a:p>
            <a:pPr marL="457200" indent="-228600" algn="l">
              <a:lnSpc>
                <a:spcPts val="2000"/>
              </a:lnSpc>
              <a:buClr>
                <a:srgbClr val="26A69A"/>
              </a:buClr>
              <a:buFont typeface="Arial" panose="020B0604020202020204"/>
              <a:buChar char="–"/>
            </a:pPr>
            <a:r>
              <a:rPr lang="en-US" sz="1300" dirty="0">
                <a:solidFill>
                  <a:srgbClr val="B0BEC5"/>
                </a:solidFill>
                <a:latin typeface="Calibri"/>
                <a:cs typeface="Calibri"/>
              </a:rPr>
              <a:t>IoT sensors</a:t>
            </a:r>
          </a:p>
          <a:p>
            <a:pPr marL="228600" indent="-228600" algn="l">
              <a:lnSpc>
                <a:spcPts val="2200"/>
              </a:lnSpc>
              <a:buClr>
                <a:srgbClr val="26A69A"/>
              </a:buClr>
              <a:buFont typeface="Arial" panose="020B0604020202020204"/>
              <a:buChar char="●"/>
            </a:pPr>
            <a:r>
              <a:rPr lang="en-US" sz="1400" b="1" dirty="0">
                <a:solidFill>
                  <a:srgbClr val="E0E0E0"/>
                </a:solidFill>
                <a:latin typeface="Calibri"/>
                <a:cs typeface="Calibri"/>
              </a:rPr>
              <a:t>Real-time classification:</a:t>
            </a:r>
          </a:p>
          <a:p>
            <a:pPr marL="457200" indent="-228600" algn="l">
              <a:lnSpc>
                <a:spcPts val="2000"/>
              </a:lnSpc>
              <a:buClr>
                <a:srgbClr val="26A69A"/>
              </a:buClr>
              <a:buFont typeface="Arial" panose="020B0604020202020204"/>
              <a:buChar char="–"/>
            </a:pPr>
            <a:r>
              <a:rPr lang="en-US" sz="1300" dirty="0">
                <a:solidFill>
                  <a:srgbClr val="B0BEC5"/>
                </a:solidFill>
                <a:latin typeface="Calibri"/>
                <a:cs typeface="Calibri"/>
              </a:rPr>
              <a:t>NORMAL</a:t>
            </a:r>
          </a:p>
          <a:p>
            <a:pPr marL="457200" indent="-228600" algn="l">
              <a:lnSpc>
                <a:spcPts val="2000"/>
              </a:lnSpc>
              <a:buClr>
                <a:srgbClr val="26A69A"/>
              </a:buClr>
              <a:buFont typeface="Arial" panose="020B0604020202020204"/>
              <a:buChar char="–"/>
            </a:pPr>
            <a:r>
              <a:rPr lang="en-US" sz="1300" dirty="0">
                <a:solidFill>
                  <a:srgbClr val="B0BEC5"/>
                </a:solidFill>
                <a:latin typeface="Calibri"/>
                <a:cs typeface="Calibri"/>
              </a:rPr>
              <a:t>ELEVATED_RISK</a:t>
            </a:r>
          </a:p>
          <a:p>
            <a:pPr marL="457200" indent="-228600" algn="l">
              <a:lnSpc>
                <a:spcPts val="2000"/>
              </a:lnSpc>
              <a:buClr>
                <a:srgbClr val="26A69A"/>
              </a:buClr>
              <a:buFont typeface="Arial" panose="020B0604020202020204"/>
              <a:buChar char="–"/>
            </a:pPr>
            <a:r>
              <a:rPr lang="en-US" sz="1300" dirty="0">
                <a:solidFill>
                  <a:srgbClr val="B0BEC5"/>
                </a:solidFill>
                <a:latin typeface="Calibri"/>
                <a:cs typeface="Calibri"/>
              </a:rPr>
              <a:t>EMERGENCY</a:t>
            </a:r>
          </a:p>
          <a:p>
            <a:pPr marL="457200" indent="-228600" algn="l">
              <a:lnSpc>
                <a:spcPts val="2000"/>
              </a:lnSpc>
              <a:buClr>
                <a:srgbClr val="26A69A"/>
              </a:buClr>
              <a:buFont typeface="Arial" panose="020B0604020202020204"/>
              <a:buChar char="–"/>
            </a:pPr>
            <a:r>
              <a:rPr lang="en-US" sz="1300" dirty="0">
                <a:solidFill>
                  <a:srgbClr val="B0BEC5"/>
                </a:solidFill>
                <a:latin typeface="Calibri"/>
                <a:cs typeface="Calibri"/>
              </a:rPr>
              <a:t>ELOPEMENT_RISK</a:t>
            </a:r>
          </a:p>
        </p:txBody>
      </p:sp>
      <p:sp>
        <p:nvSpPr>
          <p:cNvPr id="9" name="BannerBg"/>
          <p:cNvSpPr/>
          <p:nvPr/>
        </p:nvSpPr>
        <p:spPr>
          <a:xfrm>
            <a:off x="457200" y="5852160"/>
            <a:ext cx="11277600" cy="548640"/>
          </a:xfrm>
          <a:prstGeom prst="roundRect">
            <a:avLst>
              <a:gd name="adj" fmla="val 8000"/>
            </a:avLst>
          </a:prstGeom>
          <a:solidFill>
            <a:srgbClr val="00695C"/>
          </a:solidFill>
          <a:ln>
            <a:noFill/>
          </a:ln>
        </p:spPr>
        <p:txBody>
          <a:bodyPr/>
          <a:lstStyle/>
          <a:p>
            <a:endParaRPr lang="en-US"/>
          </a:p>
        </p:txBody>
      </p:sp>
      <p:sp>
        <p:nvSpPr>
          <p:cNvPr id="10" name="BannerText"/>
          <p:cNvSpPr txBox="1"/>
          <p:nvPr/>
        </p:nvSpPr>
        <p:spPr>
          <a:xfrm>
            <a:off x="685800" y="5898264"/>
            <a:ext cx="10820400" cy="457200"/>
          </a:xfrm>
          <a:prstGeom prst="rect">
            <a:avLst/>
          </a:prstGeom>
          <a:noFill/>
        </p:spPr>
        <p:txBody>
          <a:bodyPr wrap="square" lIns="0" tIns="0" rIns="0" bIns="0" anchor="ctr">
            <a:spAutoFit/>
          </a:bodyPr>
          <a:lstStyle/>
          <a:p>
            <a:pPr algn="ctr"/>
            <a:r>
              <a:rPr lang="en-US" sz="1400" b="1" i="1" dirty="0">
                <a:solidFill>
                  <a:srgbClr val="FFFFFF"/>
                </a:solidFill>
                <a:latin typeface="Calibri"/>
                <a:cs typeface="Calibri"/>
              </a:rPr>
              <a:t>We directly solve the requirement: distinguishing routine vs emergency behavior in real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8046720" cy="609398"/>
          </a:xfrm>
          <a:prstGeom prst="rect">
            <a:avLst/>
          </a:prstGeom>
          <a:noFill/>
        </p:spPr>
        <p:txBody>
          <a:bodyPr wrap="square" lIns="73152" tIns="73152" rIns="73152" bIns="73152" anchor="t">
            <a:spAutoFit/>
          </a:bodyPr>
          <a:lstStyle/>
          <a:p>
            <a:pPr algn="l"/>
            <a:r>
              <a:rPr sz="3000" b="1">
                <a:solidFill>
                  <a:srgbClr val="FFFFFF"/>
                </a:solidFill>
                <a:latin typeface="Segoe UI Semibold"/>
              </a:rPr>
              <a:t>Ambient AI Guardian</a:t>
            </a:r>
            <a:r>
              <a:rPr lang="en-US" sz="3000" b="1">
                <a:solidFill>
                  <a:srgbClr val="FFFFFF"/>
                </a:solidFill>
                <a:latin typeface="Segoe UI Semibold"/>
              </a:rPr>
              <a:t>: How It Works</a:t>
            </a:r>
            <a:endParaRPr sz="3000" b="1">
              <a:solidFill>
                <a:srgbClr val="FFFFFF"/>
              </a:solidFill>
              <a:latin typeface="Segoe UI Semibold"/>
            </a:endParaRPr>
          </a:p>
        </p:txBody>
      </p:sp>
      <p:sp>
        <p:nvSpPr>
          <p:cNvPr id="3" name="Rounded Rectangle 2"/>
          <p:cNvSpPr/>
          <p:nvPr/>
        </p:nvSpPr>
        <p:spPr>
          <a:xfrm>
            <a:off x="685800" y="1645920"/>
            <a:ext cx="3474720" cy="3063240"/>
          </a:xfrm>
          <a:prstGeom prst="roundRect">
            <a:avLst/>
          </a:prstGeom>
          <a:solidFill>
            <a:srgbClr val="18354F"/>
          </a:solidFill>
          <a:ln w="17780">
            <a:solidFill>
              <a:srgbClr val="64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29968" y="1188720"/>
            <a:ext cx="777240" cy="777240"/>
          </a:xfrm>
          <a:prstGeom prst="ellipse">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29968" y="1227582"/>
            <a:ext cx="777240" cy="621792"/>
          </a:xfrm>
          <a:prstGeom prst="rect">
            <a:avLst/>
          </a:prstGeom>
          <a:noFill/>
        </p:spPr>
        <p:txBody>
          <a:bodyPr wrap="square" lIns="73152" tIns="73152" rIns="73152" bIns="73152" anchor="ctr">
            <a:spAutoFit/>
          </a:bodyPr>
          <a:lstStyle/>
          <a:p>
            <a:pPr algn="ctr"/>
            <a:r>
              <a:rPr sz="1800" b="1">
                <a:solidFill>
                  <a:srgbClr val="FFFFFF"/>
                </a:solidFill>
                <a:latin typeface="Segoe UI Semibold"/>
              </a:rPr>
              <a:t>BT</a:t>
            </a:r>
          </a:p>
        </p:txBody>
      </p:sp>
      <p:sp>
        <p:nvSpPr>
          <p:cNvPr id="6" name="TextBox 5"/>
          <p:cNvSpPr txBox="1"/>
          <p:nvPr/>
        </p:nvSpPr>
        <p:spPr>
          <a:xfrm>
            <a:off x="914400" y="2103120"/>
            <a:ext cx="3017520" cy="822960"/>
          </a:xfrm>
          <a:prstGeom prst="rect">
            <a:avLst/>
          </a:prstGeom>
          <a:noFill/>
        </p:spPr>
        <p:txBody>
          <a:bodyPr wrap="square" lIns="73152" tIns="73152" rIns="73152" bIns="73152" anchor="t">
            <a:spAutoFit/>
          </a:bodyPr>
          <a:lstStyle/>
          <a:p>
            <a:pPr algn="ctr"/>
            <a:r>
              <a:rPr sz="2400" b="1">
                <a:solidFill>
                  <a:srgbClr val="FFFFFF"/>
                </a:solidFill>
                <a:latin typeface="Segoe UI Semibold"/>
              </a:rPr>
              <a:t>Behavioral
Twin</a:t>
            </a:r>
          </a:p>
        </p:txBody>
      </p:sp>
      <p:sp>
        <p:nvSpPr>
          <p:cNvPr id="7" name="TextBox 6"/>
          <p:cNvSpPr txBox="1"/>
          <p:nvPr/>
        </p:nvSpPr>
        <p:spPr>
          <a:xfrm>
            <a:off x="960120" y="2971800"/>
            <a:ext cx="2926080" cy="886397"/>
          </a:xfrm>
          <a:prstGeom prst="rect">
            <a:avLst/>
          </a:prstGeom>
          <a:noFill/>
        </p:spPr>
        <p:txBody>
          <a:bodyPr wrap="square" lIns="73152" tIns="73152" rIns="73152" bIns="73152" anchor="t">
            <a:spAutoFit/>
          </a:bodyPr>
          <a:lstStyle/>
          <a:p>
            <a:pPr algn="ctr"/>
            <a:r>
              <a:rPr sz="1600" b="0">
                <a:solidFill>
                  <a:srgbClr val="C6D3DF"/>
                </a:solidFill>
                <a:latin typeface="Segoe UI"/>
              </a:rPr>
              <a:t>Learns </a:t>
            </a:r>
            <a:r>
              <a:rPr lang="en-US" sz="1600" b="0">
                <a:solidFill>
                  <a:srgbClr val="C6D3DF"/>
                </a:solidFill>
                <a:latin typeface="Segoe UI"/>
              </a:rPr>
              <a:t>individual </a:t>
            </a:r>
            <a:r>
              <a:rPr sz="1600" b="0">
                <a:solidFill>
                  <a:srgbClr val="C6D3DF"/>
                </a:solidFill>
                <a:latin typeface="Segoe UI"/>
              </a:rPr>
              <a:t>routines</a:t>
            </a:r>
            <a:r>
              <a:rPr lang="en-US" sz="1600" b="0">
                <a:solidFill>
                  <a:srgbClr val="C6D3DF"/>
                </a:solidFill>
                <a:latin typeface="Segoe UI"/>
              </a:rPr>
              <a:t>
Establishes behavioral baselines</a:t>
            </a:r>
            <a:endParaRPr sz="1600" b="0">
              <a:solidFill>
                <a:srgbClr val="C6D3DF"/>
              </a:solidFill>
              <a:latin typeface="Segoe UI"/>
            </a:endParaRPr>
          </a:p>
        </p:txBody>
      </p:sp>
      <p:sp>
        <p:nvSpPr>
          <p:cNvPr id="8" name="Rounded Rectangle 7"/>
          <p:cNvSpPr/>
          <p:nvPr/>
        </p:nvSpPr>
        <p:spPr>
          <a:xfrm>
            <a:off x="4178808" y="1645920"/>
            <a:ext cx="3474720" cy="3063240"/>
          </a:xfrm>
          <a:prstGeom prst="roundRect">
            <a:avLst/>
          </a:prstGeom>
          <a:solidFill>
            <a:srgbClr val="18354F"/>
          </a:solidFill>
          <a:ln w="17780">
            <a:solidFill>
              <a:srgbClr val="64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522976" y="1188720"/>
            <a:ext cx="777240" cy="777240"/>
          </a:xfrm>
          <a:prstGeom prst="ellipse">
            <a:avLst/>
          </a:prstGeom>
          <a:solidFill>
            <a:srgbClr val="00B7C3"/>
          </a:solidFill>
          <a:ln>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22976" y="1227582"/>
            <a:ext cx="777240" cy="621792"/>
          </a:xfrm>
          <a:prstGeom prst="rect">
            <a:avLst/>
          </a:prstGeom>
          <a:noFill/>
        </p:spPr>
        <p:txBody>
          <a:bodyPr wrap="square" lIns="73152" tIns="73152" rIns="73152" bIns="73152" anchor="ctr">
            <a:spAutoFit/>
          </a:bodyPr>
          <a:lstStyle/>
          <a:p>
            <a:pPr algn="ctr"/>
            <a:r>
              <a:rPr sz="1800" b="1">
                <a:solidFill>
                  <a:srgbClr val="FFFFFF"/>
                </a:solidFill>
                <a:latin typeface="Segoe UI Semibold"/>
              </a:rPr>
              <a:t>IE</a:t>
            </a:r>
          </a:p>
        </p:txBody>
      </p:sp>
      <p:sp>
        <p:nvSpPr>
          <p:cNvPr id="11" name="TextBox 10"/>
          <p:cNvSpPr txBox="1"/>
          <p:nvPr/>
        </p:nvSpPr>
        <p:spPr>
          <a:xfrm>
            <a:off x="4407408" y="2103120"/>
            <a:ext cx="3017520" cy="822960"/>
          </a:xfrm>
          <a:prstGeom prst="rect">
            <a:avLst/>
          </a:prstGeom>
          <a:noFill/>
        </p:spPr>
        <p:txBody>
          <a:bodyPr wrap="square" lIns="73152" tIns="73152" rIns="73152" bIns="73152" anchor="t">
            <a:spAutoFit/>
          </a:bodyPr>
          <a:lstStyle/>
          <a:p>
            <a:pPr algn="ctr"/>
            <a:r>
              <a:rPr sz="2400" b="1">
                <a:solidFill>
                  <a:srgbClr val="FFFFFF"/>
                </a:solidFill>
                <a:latin typeface="Segoe UI Semibold"/>
              </a:rPr>
              <a:t>Intent
Engine</a:t>
            </a:r>
          </a:p>
        </p:txBody>
      </p:sp>
      <p:sp>
        <p:nvSpPr>
          <p:cNvPr id="12" name="TextBox 11"/>
          <p:cNvSpPr txBox="1"/>
          <p:nvPr/>
        </p:nvSpPr>
        <p:spPr>
          <a:xfrm>
            <a:off x="4453128" y="2971800"/>
            <a:ext cx="2926080" cy="886397"/>
          </a:xfrm>
          <a:prstGeom prst="rect">
            <a:avLst/>
          </a:prstGeom>
          <a:noFill/>
        </p:spPr>
        <p:txBody>
          <a:bodyPr wrap="square" lIns="73152" tIns="73152" rIns="73152" bIns="73152" anchor="t">
            <a:spAutoFit/>
          </a:bodyPr>
          <a:lstStyle/>
          <a:p>
            <a:pPr algn="ctr"/>
            <a:r>
              <a:rPr sz="1600" b="0">
                <a:solidFill>
                  <a:srgbClr val="C6D3DF"/>
                </a:solidFill>
                <a:latin typeface="Segoe UI"/>
              </a:rPr>
              <a:t>Interprets </a:t>
            </a:r>
            <a:r>
              <a:rPr lang="en-US" sz="1600" b="0">
                <a:solidFill>
                  <a:srgbClr val="C6D3DF"/>
                </a:solidFill>
                <a:latin typeface="Segoe UI"/>
              </a:rPr>
              <a:t>deviations with context
</a:t>
            </a:r>
            <a:r>
              <a:rPr sz="1600" b="0">
                <a:solidFill>
                  <a:srgbClr val="C6D3DF"/>
                </a:solidFill>
                <a:latin typeface="Segoe UI"/>
              </a:rPr>
              <a:t>Explains risk</a:t>
            </a:r>
            <a:r>
              <a:rPr lang="en-US" sz="1600" b="0">
                <a:solidFill>
                  <a:srgbClr val="C6D3DF"/>
                </a:solidFill>
                <a:latin typeface="Segoe UI"/>
              </a:rPr>
              <a:t> to caregivers</a:t>
            </a:r>
            <a:endParaRPr sz="1600" b="0">
              <a:solidFill>
                <a:srgbClr val="C6D3DF"/>
              </a:solidFill>
              <a:latin typeface="Segoe UI"/>
            </a:endParaRPr>
          </a:p>
        </p:txBody>
      </p:sp>
      <p:sp>
        <p:nvSpPr>
          <p:cNvPr id="13" name="Rounded Rectangle 12"/>
          <p:cNvSpPr/>
          <p:nvPr/>
        </p:nvSpPr>
        <p:spPr>
          <a:xfrm>
            <a:off x="7671816" y="1645920"/>
            <a:ext cx="3474720" cy="3063240"/>
          </a:xfrm>
          <a:prstGeom prst="roundRect">
            <a:avLst/>
          </a:prstGeom>
          <a:solidFill>
            <a:srgbClr val="18354F"/>
          </a:solidFill>
          <a:ln w="17780">
            <a:solidFill>
              <a:srgbClr val="64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015984" y="1188720"/>
            <a:ext cx="777240" cy="777240"/>
          </a:xfrm>
          <a:prstGeom prst="ellipse">
            <a:avLst/>
          </a:prstGeom>
          <a:solidFill>
            <a:srgbClr val="28A745"/>
          </a:solidFill>
          <a:ln>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15984" y="1227582"/>
            <a:ext cx="777240" cy="621792"/>
          </a:xfrm>
          <a:prstGeom prst="rect">
            <a:avLst/>
          </a:prstGeom>
          <a:noFill/>
        </p:spPr>
        <p:txBody>
          <a:bodyPr wrap="square" lIns="73152" tIns="73152" rIns="73152" bIns="73152" anchor="ctr">
            <a:spAutoFit/>
          </a:bodyPr>
          <a:lstStyle/>
          <a:p>
            <a:pPr algn="ctr"/>
            <a:r>
              <a:rPr sz="1800" b="1">
                <a:solidFill>
                  <a:srgbClr val="FFFFFF"/>
                </a:solidFill>
                <a:latin typeface="Segoe UI Semibold"/>
              </a:rPr>
              <a:t>AM</a:t>
            </a:r>
          </a:p>
        </p:txBody>
      </p:sp>
      <p:sp>
        <p:nvSpPr>
          <p:cNvPr id="16" name="TextBox 15"/>
          <p:cNvSpPr txBox="1"/>
          <p:nvPr/>
        </p:nvSpPr>
        <p:spPr>
          <a:xfrm>
            <a:off x="7900416" y="2103120"/>
            <a:ext cx="3017520" cy="822960"/>
          </a:xfrm>
          <a:prstGeom prst="rect">
            <a:avLst/>
          </a:prstGeom>
          <a:noFill/>
        </p:spPr>
        <p:txBody>
          <a:bodyPr wrap="square" lIns="73152" tIns="73152" rIns="73152" bIns="73152" anchor="t">
            <a:spAutoFit/>
          </a:bodyPr>
          <a:lstStyle/>
          <a:p>
            <a:pPr algn="ctr"/>
            <a:r>
              <a:rPr sz="2400" b="1">
                <a:solidFill>
                  <a:srgbClr val="FFFFFF"/>
                </a:solidFill>
                <a:latin typeface="Segoe UI Semibold"/>
              </a:rPr>
              <a:t>Ambient
Monitoring</a:t>
            </a:r>
          </a:p>
        </p:txBody>
      </p:sp>
      <p:sp>
        <p:nvSpPr>
          <p:cNvPr id="17" name="TextBox 16"/>
          <p:cNvSpPr txBox="1"/>
          <p:nvPr/>
        </p:nvSpPr>
        <p:spPr>
          <a:xfrm>
            <a:off x="7946136" y="2971800"/>
            <a:ext cx="2926080" cy="886397"/>
          </a:xfrm>
          <a:prstGeom prst="rect">
            <a:avLst/>
          </a:prstGeom>
          <a:noFill/>
        </p:spPr>
        <p:txBody>
          <a:bodyPr wrap="square" lIns="73152" tIns="73152" rIns="73152" bIns="73152" anchor="t">
            <a:spAutoFit/>
          </a:bodyPr>
          <a:lstStyle/>
          <a:p>
            <a:pPr algn="ctr"/>
            <a:r>
              <a:rPr lang="en-US" sz="1600" b="0">
                <a:solidFill>
                  <a:srgbClr val="C6D3DF"/>
                </a:solidFill>
                <a:latin typeface="Segoe UI"/>
              </a:rPr>
              <a:t>Edge vision </a:t>
            </a:r>
            <a:r>
              <a:rPr sz="1600" b="0">
                <a:solidFill>
                  <a:srgbClr val="C6D3DF"/>
                </a:solidFill>
                <a:latin typeface="Segoe UI"/>
              </a:rPr>
              <a:t>+ IoT </a:t>
            </a:r>
            <a:r>
              <a:rPr lang="en-US" sz="1600" b="0">
                <a:solidFill>
                  <a:srgbClr val="C6D3DF"/>
                </a:solidFill>
                <a:latin typeface="Segoe UI"/>
              </a:rPr>
              <a:t>sensor fusion</a:t>
            </a:r>
            <a:r>
              <a:rPr sz="1600" b="0">
                <a:solidFill>
                  <a:srgbClr val="C6D3DF"/>
                </a:solidFill>
                <a:latin typeface="Segoe UI"/>
              </a:rPr>
              <a:t>
Privacy-first by design</a:t>
            </a:r>
          </a:p>
        </p:txBody>
      </p:sp>
      <p:sp>
        <p:nvSpPr>
          <p:cNvPr id="18" name="Rounded Rectangle 17"/>
          <p:cNvSpPr/>
          <p:nvPr/>
        </p:nvSpPr>
        <p:spPr>
          <a:xfrm>
            <a:off x="2194560" y="5623560"/>
            <a:ext cx="7818120" cy="640080"/>
          </a:xfrm>
          <a:prstGeom prst="roundRect">
            <a:avLst/>
          </a:prstGeom>
          <a:solidFill>
            <a:srgbClr val="0078D4"/>
          </a:solidFill>
          <a:ln w="1524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23160" y="5742432"/>
            <a:ext cx="7315200" cy="320040"/>
          </a:xfrm>
          <a:prstGeom prst="rect">
            <a:avLst/>
          </a:prstGeom>
          <a:noFill/>
        </p:spPr>
        <p:txBody>
          <a:bodyPr wrap="square" lIns="73152" tIns="73152" rIns="73152" bIns="73152" anchor="t">
            <a:spAutoFit/>
          </a:bodyPr>
          <a:lstStyle/>
          <a:p>
            <a:pPr algn="ctr"/>
            <a:r>
              <a:rPr sz="2200" b="1">
                <a:solidFill>
                  <a:srgbClr val="FFFFFF"/>
                </a:solidFill>
                <a:latin typeface="Segoe UI Semibold"/>
              </a:rPr>
              <a:t>From detection → to understanding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8046720" cy="640080"/>
          </a:xfrm>
          <a:prstGeom prst="rect">
            <a:avLst/>
          </a:prstGeom>
          <a:noFill/>
        </p:spPr>
        <p:txBody>
          <a:bodyPr wrap="square" lIns="73152" tIns="73152" rIns="73152" bIns="73152" anchor="t">
            <a:spAutoFit/>
          </a:bodyPr>
          <a:lstStyle/>
          <a:p>
            <a:pPr algn="l"/>
            <a:r>
              <a:rPr sz="3000" b="1">
                <a:solidFill>
                  <a:srgbClr val="FFFFFF"/>
                </a:solidFill>
                <a:latin typeface="Segoe UI Semibold"/>
              </a:rPr>
              <a:t>End-to-End System Architecture</a:t>
            </a:r>
          </a:p>
        </p:txBody>
      </p:sp>
      <p:sp>
        <p:nvSpPr>
          <p:cNvPr id="3" name="Rounded Rectangle 2"/>
          <p:cNvSpPr/>
          <p:nvPr/>
        </p:nvSpPr>
        <p:spPr>
          <a:xfrm>
            <a:off x="594360" y="1920240"/>
            <a:ext cx="1828800" cy="1097280"/>
          </a:xfrm>
          <a:prstGeom prst="roundRect">
            <a:avLst/>
          </a:prstGeom>
          <a:solidFill>
            <a:srgbClr val="18354F"/>
          </a:solidFill>
          <a:ln w="25400">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029968"/>
            <a:ext cx="1645920" cy="292608"/>
          </a:xfrm>
          <a:prstGeom prst="rect">
            <a:avLst/>
          </a:prstGeom>
          <a:noFill/>
        </p:spPr>
        <p:txBody>
          <a:bodyPr wrap="square" lIns="73152" tIns="73152" rIns="73152" bIns="73152" anchor="t">
            <a:spAutoFit/>
          </a:bodyPr>
          <a:lstStyle/>
          <a:p>
            <a:pPr algn="ctr"/>
            <a:r>
              <a:rPr sz="1800" b="1">
                <a:solidFill>
                  <a:srgbClr val="FFFFFF"/>
                </a:solidFill>
                <a:latin typeface="Segoe UI Semibold"/>
              </a:rPr>
              <a:t>Edge Devices</a:t>
            </a:r>
          </a:p>
        </p:txBody>
      </p:sp>
      <p:sp>
        <p:nvSpPr>
          <p:cNvPr id="5" name="TextBox 4"/>
          <p:cNvSpPr txBox="1"/>
          <p:nvPr/>
        </p:nvSpPr>
        <p:spPr>
          <a:xfrm>
            <a:off x="731520" y="2395728"/>
            <a:ext cx="1554480" cy="578620"/>
          </a:xfrm>
          <a:prstGeom prst="rect">
            <a:avLst/>
          </a:prstGeom>
          <a:noFill/>
        </p:spPr>
        <p:txBody>
          <a:bodyPr wrap="square" lIns="73152" tIns="73152" rIns="73152" bIns="73152" anchor="t">
            <a:spAutoFit/>
          </a:bodyPr>
          <a:lstStyle/>
          <a:p>
            <a:pPr algn="ctr"/>
            <a:r>
              <a:rPr sz="1400" b="0">
                <a:solidFill>
                  <a:srgbClr val="C6D3DF"/>
                </a:solidFill>
                <a:latin typeface="Segoe UI"/>
              </a:rPr>
              <a:t>Vision
</a:t>
            </a:r>
            <a:r>
              <a:rPr lang="en-US" sz="1400" b="0">
                <a:solidFill>
                  <a:srgbClr val="C6D3DF"/>
                </a:solidFill>
                <a:latin typeface="Segoe UI"/>
              </a:rPr>
              <a:t>IoT </a:t>
            </a:r>
            <a:r>
              <a:rPr sz="1400" b="0">
                <a:solidFill>
                  <a:srgbClr val="C6D3DF"/>
                </a:solidFill>
                <a:latin typeface="Segoe UI"/>
              </a:rPr>
              <a:t>Sensors</a:t>
            </a:r>
          </a:p>
        </p:txBody>
      </p:sp>
      <p:cxnSp>
        <p:nvCxnSpPr>
          <p:cNvPr id="6" name="Connector 5"/>
          <p:cNvCxnSpPr/>
          <p:nvPr/>
        </p:nvCxnSpPr>
        <p:spPr>
          <a:xfrm>
            <a:off x="2423160" y="2468880"/>
            <a:ext cx="457200" cy="0"/>
          </a:xfrm>
          <a:prstGeom prst="line">
            <a:avLst/>
          </a:prstGeom>
          <a:ln w="38100">
            <a:solidFill>
              <a:srgbClr val="0078D4"/>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80360" y="1920240"/>
            <a:ext cx="1828800" cy="1097280"/>
          </a:xfrm>
          <a:prstGeom prst="roundRect">
            <a:avLst/>
          </a:prstGeom>
          <a:solidFill>
            <a:srgbClr val="18354F"/>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71800" y="2029968"/>
            <a:ext cx="1645920" cy="363176"/>
          </a:xfrm>
          <a:prstGeom prst="rect">
            <a:avLst/>
          </a:prstGeom>
          <a:noFill/>
        </p:spPr>
        <p:txBody>
          <a:bodyPr wrap="square" lIns="73152" tIns="73152" rIns="73152" bIns="73152" anchor="t">
            <a:spAutoFit/>
          </a:bodyPr>
          <a:lstStyle/>
          <a:p>
            <a:pPr algn="ctr"/>
            <a:r>
              <a:rPr lang="en-US" sz="1400" b="1">
                <a:solidFill>
                  <a:srgbClr val="FFFFFF"/>
                </a:solidFill>
                <a:latin typeface="Segoe UI Semibold"/>
              </a:rPr>
              <a:t>Azure IoT Hub</a:t>
            </a:r>
          </a:p>
        </p:txBody>
      </p:sp>
      <p:sp>
        <p:nvSpPr>
          <p:cNvPr id="9" name="TextBox 8"/>
          <p:cNvSpPr txBox="1"/>
          <p:nvPr/>
        </p:nvSpPr>
        <p:spPr>
          <a:xfrm>
            <a:off x="3017520" y="2395728"/>
            <a:ext cx="1554480" cy="438912"/>
          </a:xfrm>
          <a:prstGeom prst="rect">
            <a:avLst/>
          </a:prstGeom>
          <a:noFill/>
        </p:spPr>
        <p:txBody>
          <a:bodyPr wrap="square" lIns="73152" tIns="73152" rIns="73152" bIns="73152" anchor="t">
            <a:spAutoFit/>
          </a:bodyPr>
          <a:lstStyle/>
          <a:p>
            <a:pPr algn="ctr"/>
            <a:r>
              <a:rPr sz="1400" b="0">
                <a:solidFill>
                  <a:srgbClr val="C6D3DF"/>
                </a:solidFill>
                <a:latin typeface="Segoe UI"/>
              </a:rPr>
              <a:t>Ingestion</a:t>
            </a:r>
          </a:p>
        </p:txBody>
      </p:sp>
      <p:cxnSp>
        <p:nvCxnSpPr>
          <p:cNvPr id="10" name="Connector 9"/>
          <p:cNvCxnSpPr/>
          <p:nvPr/>
        </p:nvCxnSpPr>
        <p:spPr>
          <a:xfrm>
            <a:off x="4709160" y="2468880"/>
            <a:ext cx="457200" cy="0"/>
          </a:xfrm>
          <a:prstGeom prst="line">
            <a:avLst/>
          </a:prstGeom>
          <a:ln w="38100">
            <a:solidFill>
              <a:srgbClr val="0078D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66360" y="1920240"/>
            <a:ext cx="1828800" cy="1097280"/>
          </a:xfrm>
          <a:prstGeom prst="roundRect">
            <a:avLst/>
          </a:prstGeom>
          <a:solidFill>
            <a:srgbClr val="18354F"/>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57800" y="2029968"/>
            <a:ext cx="1645920" cy="517065"/>
          </a:xfrm>
          <a:prstGeom prst="rect">
            <a:avLst/>
          </a:prstGeom>
          <a:noFill/>
        </p:spPr>
        <p:txBody>
          <a:bodyPr wrap="square" lIns="73152" tIns="73152" rIns="73152" bIns="73152" anchor="t">
            <a:spAutoFit/>
          </a:bodyPr>
          <a:lstStyle/>
          <a:p>
            <a:pPr algn="ctr"/>
            <a:r>
              <a:rPr lang="en-US" sz="1200" b="1">
                <a:solidFill>
                  <a:srgbClr val="FFFFFF"/>
                </a:solidFill>
                <a:latin typeface="Segoe UI Semibold"/>
              </a:rPr>
              <a:t>Azure Stream Analytics</a:t>
            </a:r>
          </a:p>
        </p:txBody>
      </p:sp>
      <p:sp>
        <p:nvSpPr>
          <p:cNvPr id="13" name="TextBox 12"/>
          <p:cNvSpPr txBox="1"/>
          <p:nvPr/>
        </p:nvSpPr>
        <p:spPr>
          <a:xfrm>
            <a:off x="5303520" y="2395728"/>
            <a:ext cx="1554480" cy="438912"/>
          </a:xfrm>
          <a:prstGeom prst="rect">
            <a:avLst/>
          </a:prstGeom>
          <a:noFill/>
        </p:spPr>
        <p:txBody>
          <a:bodyPr wrap="square" lIns="73152" tIns="73152" rIns="73152" bIns="73152" anchor="t">
            <a:spAutoFit/>
          </a:bodyPr>
          <a:lstStyle/>
          <a:p>
            <a:pPr algn="ctr"/>
            <a:r>
              <a:rPr sz="1400" b="0">
                <a:solidFill>
                  <a:srgbClr val="C6D3DF"/>
                </a:solidFill>
                <a:latin typeface="Segoe UI"/>
              </a:rPr>
              <a:t>Sequence
Dwell time</a:t>
            </a:r>
          </a:p>
        </p:txBody>
      </p:sp>
      <p:cxnSp>
        <p:nvCxnSpPr>
          <p:cNvPr id="14" name="Connector 13"/>
          <p:cNvCxnSpPr/>
          <p:nvPr/>
        </p:nvCxnSpPr>
        <p:spPr>
          <a:xfrm>
            <a:off x="6995160" y="2468880"/>
            <a:ext cx="457200" cy="0"/>
          </a:xfrm>
          <a:prstGeom prst="line">
            <a:avLst/>
          </a:prstGeom>
          <a:ln w="38100">
            <a:solidFill>
              <a:srgbClr val="0078D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452360" y="1920240"/>
            <a:ext cx="1828800" cy="1097280"/>
          </a:xfrm>
          <a:prstGeom prst="roundRect">
            <a:avLst/>
          </a:prstGeom>
          <a:solidFill>
            <a:srgbClr val="18354F"/>
          </a:solidFill>
          <a:ln w="254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43800" y="2029968"/>
            <a:ext cx="1645920" cy="292608"/>
          </a:xfrm>
          <a:prstGeom prst="rect">
            <a:avLst/>
          </a:prstGeom>
          <a:noFill/>
        </p:spPr>
        <p:txBody>
          <a:bodyPr wrap="square" lIns="73152" tIns="73152" rIns="73152" bIns="73152" anchor="t">
            <a:spAutoFit/>
          </a:bodyPr>
          <a:lstStyle/>
          <a:p>
            <a:pPr algn="ctr"/>
            <a:r>
              <a:rPr sz="1800" b="1">
                <a:solidFill>
                  <a:srgbClr val="FFFFFF"/>
                </a:solidFill>
                <a:latin typeface="Segoe UI Semibold"/>
              </a:rPr>
              <a:t>AI Layer</a:t>
            </a:r>
          </a:p>
        </p:txBody>
      </p:sp>
      <p:sp>
        <p:nvSpPr>
          <p:cNvPr id="17" name="TextBox 16"/>
          <p:cNvSpPr txBox="1"/>
          <p:nvPr/>
        </p:nvSpPr>
        <p:spPr>
          <a:xfrm>
            <a:off x="7589520" y="2395728"/>
            <a:ext cx="1554480" cy="438912"/>
          </a:xfrm>
          <a:prstGeom prst="rect">
            <a:avLst/>
          </a:prstGeom>
          <a:noFill/>
        </p:spPr>
        <p:txBody>
          <a:bodyPr wrap="square" lIns="73152" tIns="73152" rIns="73152" bIns="73152" anchor="t">
            <a:spAutoFit/>
          </a:bodyPr>
          <a:lstStyle/>
          <a:p>
            <a:pPr algn="ctr"/>
            <a:r>
              <a:rPr sz="1400" b="0">
                <a:solidFill>
                  <a:srgbClr val="C6D3DF"/>
                </a:solidFill>
                <a:latin typeface="Segoe UI"/>
              </a:rPr>
              <a:t>Behavioral Twin
Intent Engine</a:t>
            </a:r>
          </a:p>
        </p:txBody>
      </p:sp>
      <p:cxnSp>
        <p:nvCxnSpPr>
          <p:cNvPr id="18" name="Connector 17"/>
          <p:cNvCxnSpPr/>
          <p:nvPr/>
        </p:nvCxnSpPr>
        <p:spPr>
          <a:xfrm>
            <a:off x="9281160" y="2468880"/>
            <a:ext cx="457200" cy="0"/>
          </a:xfrm>
          <a:prstGeom prst="line">
            <a:avLst/>
          </a:prstGeom>
          <a:ln w="38100">
            <a:solidFill>
              <a:srgbClr val="0078D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738360" y="1920240"/>
            <a:ext cx="1828800" cy="1097280"/>
          </a:xfrm>
          <a:prstGeom prst="roundRect">
            <a:avLst/>
          </a:prstGeom>
          <a:solidFill>
            <a:srgbClr val="18354F"/>
          </a:solidFill>
          <a:ln w="254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29800" y="2029968"/>
            <a:ext cx="1645920" cy="292608"/>
          </a:xfrm>
          <a:prstGeom prst="rect">
            <a:avLst/>
          </a:prstGeom>
          <a:noFill/>
        </p:spPr>
        <p:txBody>
          <a:bodyPr wrap="square" lIns="73152" tIns="73152" rIns="73152" bIns="73152" anchor="t">
            <a:spAutoFit/>
          </a:bodyPr>
          <a:lstStyle/>
          <a:p>
            <a:pPr algn="ctr"/>
            <a:r>
              <a:rPr sz="1800" b="1">
                <a:solidFill>
                  <a:srgbClr val="FFFFFF"/>
                </a:solidFill>
                <a:latin typeface="Segoe UI Semibold"/>
              </a:rPr>
              <a:t>Dashboard</a:t>
            </a:r>
          </a:p>
        </p:txBody>
      </p:sp>
      <p:sp>
        <p:nvSpPr>
          <p:cNvPr id="21" name="TextBox 20"/>
          <p:cNvSpPr txBox="1"/>
          <p:nvPr/>
        </p:nvSpPr>
        <p:spPr>
          <a:xfrm>
            <a:off x="9875520" y="2395728"/>
            <a:ext cx="1554480" cy="578620"/>
          </a:xfrm>
          <a:prstGeom prst="rect">
            <a:avLst/>
          </a:prstGeom>
          <a:noFill/>
        </p:spPr>
        <p:txBody>
          <a:bodyPr wrap="square" lIns="73152" tIns="73152" rIns="73152" bIns="73152" anchor="t">
            <a:spAutoFit/>
          </a:bodyPr>
          <a:lstStyle/>
          <a:p>
            <a:pPr algn="ctr"/>
            <a:r>
              <a:rPr sz="1400" b="0">
                <a:solidFill>
                  <a:srgbClr val="C6D3DF"/>
                </a:solidFill>
                <a:latin typeface="Segoe UI"/>
              </a:rPr>
              <a:t>Alerts
</a:t>
            </a:r>
            <a:r>
              <a:rPr lang="en-US" sz="1400" b="0">
                <a:solidFill>
                  <a:srgbClr val="C6D3DF"/>
                </a:solidFill>
                <a:latin typeface="Segoe UI"/>
              </a:rPr>
              <a:t>Narrative</a:t>
            </a:r>
            <a:endParaRPr sz="1400" b="0">
              <a:solidFill>
                <a:srgbClr val="C6D3DF"/>
              </a:solidFill>
              <a:latin typeface="Segoe UI"/>
            </a:endParaRPr>
          </a:p>
        </p:txBody>
      </p:sp>
      <p:sp>
        <p:nvSpPr>
          <p:cNvPr id="22" name="Rectangle 21"/>
          <p:cNvSpPr/>
          <p:nvPr/>
        </p:nvSpPr>
        <p:spPr>
          <a:xfrm>
            <a:off x="594360" y="3794760"/>
            <a:ext cx="1828800" cy="1143000"/>
          </a:xfrm>
          <a:prstGeom prst="rect">
            <a:avLst/>
          </a:prstGeom>
          <a:solidFill>
            <a:srgbClr val="142736"/>
          </a:solidFill>
          <a:ln w="15240">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4005072"/>
            <a:ext cx="1609344" cy="763286"/>
          </a:xfrm>
          <a:prstGeom prst="rect">
            <a:avLst/>
          </a:prstGeom>
          <a:noFill/>
        </p:spPr>
        <p:txBody>
          <a:bodyPr wrap="square" lIns="73152" tIns="73152" rIns="73152" bIns="73152" anchor="t">
            <a:spAutoFit/>
          </a:bodyPr>
          <a:lstStyle/>
          <a:p>
            <a:pPr algn="ctr"/>
            <a:r>
              <a:rPr lang="en-US" sz="1000" b="0">
                <a:solidFill>
                  <a:srgbClr val="C6D3DF"/>
                </a:solidFill>
                <a:latin typeface="Segoe UI"/>
              </a:rPr>
              <a:t>Privacy-safe vision produces structured behavioral events — no raw video leaves the edge</a:t>
            </a:r>
          </a:p>
        </p:txBody>
      </p:sp>
      <p:sp>
        <p:nvSpPr>
          <p:cNvPr id="24" name="Rectangle 23"/>
          <p:cNvSpPr/>
          <p:nvPr/>
        </p:nvSpPr>
        <p:spPr>
          <a:xfrm>
            <a:off x="2880360" y="3794760"/>
            <a:ext cx="1828800" cy="1143000"/>
          </a:xfrm>
          <a:prstGeom prst="rect">
            <a:avLst/>
          </a:prstGeom>
          <a:solidFill>
            <a:srgbClr val="142736"/>
          </a:solidFill>
          <a:ln w="1524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90088" y="4005072"/>
            <a:ext cx="1609344" cy="609398"/>
          </a:xfrm>
          <a:prstGeom prst="rect">
            <a:avLst/>
          </a:prstGeom>
          <a:noFill/>
        </p:spPr>
        <p:txBody>
          <a:bodyPr wrap="square" lIns="73152" tIns="73152" rIns="73152" bIns="73152" anchor="t">
            <a:spAutoFit/>
          </a:bodyPr>
          <a:lstStyle/>
          <a:p>
            <a:pPr algn="ctr"/>
            <a:r>
              <a:rPr lang="en-US" sz="1000" b="0">
                <a:solidFill>
                  <a:srgbClr val="C6D3DF"/>
                </a:solidFill>
                <a:latin typeface="Segoe UI"/>
              </a:rPr>
              <a:t>Real-time event routing via managed Azure messaging</a:t>
            </a:r>
          </a:p>
        </p:txBody>
      </p:sp>
      <p:sp>
        <p:nvSpPr>
          <p:cNvPr id="26" name="Rectangle 25"/>
          <p:cNvSpPr/>
          <p:nvPr/>
        </p:nvSpPr>
        <p:spPr>
          <a:xfrm>
            <a:off x="5166360" y="3794760"/>
            <a:ext cx="1828800" cy="1143000"/>
          </a:xfrm>
          <a:prstGeom prst="rect">
            <a:avLst/>
          </a:prstGeom>
          <a:solidFill>
            <a:srgbClr val="142736"/>
          </a:solidFill>
          <a:ln w="1524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76088" y="3820784"/>
            <a:ext cx="1609344" cy="1071062"/>
          </a:xfrm>
          <a:prstGeom prst="rect">
            <a:avLst/>
          </a:prstGeom>
          <a:noFill/>
        </p:spPr>
        <p:txBody>
          <a:bodyPr wrap="square" lIns="73152" tIns="73152" rIns="73152" bIns="73152" anchor="t">
            <a:spAutoFit/>
          </a:bodyPr>
          <a:lstStyle/>
          <a:p>
            <a:pPr algn="ctr"/>
            <a:r>
              <a:rPr lang="en-US" sz="1200" b="0">
                <a:solidFill>
                  <a:srgbClr val="C6D3DF"/>
                </a:solidFill>
                <a:latin typeface="Segoe UI"/>
              </a:rPr>
              <a:t>Time-window analysis</a:t>
            </a:r>
            <a:r>
              <a:rPr sz="1200" b="0">
                <a:solidFill>
                  <a:srgbClr val="C6D3DF"/>
                </a:solidFill>
                <a:latin typeface="Segoe UI"/>
              </a:rPr>
              <a:t>, </a:t>
            </a:r>
            <a:r>
              <a:rPr lang="en-US" sz="1200" b="0">
                <a:solidFill>
                  <a:srgbClr val="C6D3DF"/>
                </a:solidFill>
                <a:latin typeface="Segoe UI"/>
              </a:rPr>
              <a:t>zone transitions</a:t>
            </a:r>
            <a:r>
              <a:rPr sz="1200" b="0">
                <a:solidFill>
                  <a:srgbClr val="C6D3DF"/>
                </a:solidFill>
                <a:latin typeface="Segoe UI"/>
              </a:rPr>
              <a:t>, </a:t>
            </a:r>
            <a:r>
              <a:rPr lang="en-US" sz="1200" b="0">
                <a:solidFill>
                  <a:srgbClr val="C6D3DF"/>
                </a:solidFill>
                <a:latin typeface="Segoe UI"/>
              </a:rPr>
              <a:t>and dwell-time computation</a:t>
            </a:r>
            <a:endParaRPr sz="1200" b="0">
              <a:solidFill>
                <a:srgbClr val="C6D3DF"/>
              </a:solidFill>
              <a:latin typeface="Segoe UI"/>
            </a:endParaRPr>
          </a:p>
        </p:txBody>
      </p:sp>
      <p:sp>
        <p:nvSpPr>
          <p:cNvPr id="28" name="Rectangle 27"/>
          <p:cNvSpPr/>
          <p:nvPr/>
        </p:nvSpPr>
        <p:spPr>
          <a:xfrm>
            <a:off x="7452360" y="3794760"/>
            <a:ext cx="1828800" cy="1143000"/>
          </a:xfrm>
          <a:prstGeom prst="rect">
            <a:avLst/>
          </a:prstGeom>
          <a:solidFill>
            <a:srgbClr val="142736"/>
          </a:solidFill>
          <a:ln w="1524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62088" y="4005072"/>
            <a:ext cx="1609344" cy="840230"/>
          </a:xfrm>
          <a:prstGeom prst="rect">
            <a:avLst/>
          </a:prstGeom>
          <a:noFill/>
        </p:spPr>
        <p:txBody>
          <a:bodyPr wrap="square" lIns="73152" tIns="73152" rIns="73152" bIns="73152" anchor="t">
            <a:spAutoFit/>
          </a:bodyPr>
          <a:lstStyle/>
          <a:p>
            <a:pPr algn="ctr"/>
            <a:r>
              <a:rPr lang="en-US" sz="900" b="0">
                <a:solidFill>
                  <a:srgbClr val="C6D3DF"/>
                </a:solidFill>
                <a:latin typeface="Segoe UI"/>
              </a:rPr>
              <a:t>Behavioral modeling + intent classification: NORMAL / ELEVATED_RISK / EMERGENCY / ELOPEMENT_RISK</a:t>
            </a:r>
          </a:p>
        </p:txBody>
      </p:sp>
      <p:sp>
        <p:nvSpPr>
          <p:cNvPr id="30" name="Rectangle 29"/>
          <p:cNvSpPr/>
          <p:nvPr/>
        </p:nvSpPr>
        <p:spPr>
          <a:xfrm>
            <a:off x="9738360" y="3794760"/>
            <a:ext cx="1828800" cy="1143000"/>
          </a:xfrm>
          <a:prstGeom prst="rect">
            <a:avLst/>
          </a:prstGeom>
          <a:solidFill>
            <a:srgbClr val="142736"/>
          </a:solidFill>
          <a:ln w="1524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48088" y="4005072"/>
            <a:ext cx="1609344" cy="886397"/>
          </a:xfrm>
          <a:prstGeom prst="rect">
            <a:avLst/>
          </a:prstGeom>
          <a:noFill/>
        </p:spPr>
        <p:txBody>
          <a:bodyPr wrap="square" lIns="73152" tIns="73152" rIns="73152" bIns="73152" anchor="t">
            <a:spAutoFit/>
          </a:bodyPr>
          <a:lstStyle/>
          <a:p>
            <a:pPr algn="ctr"/>
            <a:r>
              <a:rPr sz="1200" b="0">
                <a:solidFill>
                  <a:srgbClr val="C6D3DF"/>
                </a:solidFill>
                <a:latin typeface="Segoe UI"/>
              </a:rPr>
              <a:t>Live </a:t>
            </a:r>
            <a:r>
              <a:rPr lang="en-US" sz="1200" b="0">
                <a:solidFill>
                  <a:srgbClr val="C6D3DF"/>
                </a:solidFill>
                <a:latin typeface="Segoe UI"/>
              </a:rPr>
              <a:t>caregiver dashboard with</a:t>
            </a:r>
            <a:r>
              <a:rPr sz="1200" b="0">
                <a:solidFill>
                  <a:srgbClr val="C6D3DF"/>
                </a:solidFill>
                <a:latin typeface="Segoe UI"/>
              </a:rPr>
              <a:t> explainable narrative timeline</a:t>
            </a:r>
          </a:p>
        </p:txBody>
      </p:sp>
      <p:sp>
        <p:nvSpPr>
          <p:cNvPr id="32" name="TextBox 31"/>
          <p:cNvSpPr txBox="1"/>
          <p:nvPr/>
        </p:nvSpPr>
        <p:spPr>
          <a:xfrm>
            <a:off x="658368" y="5440680"/>
            <a:ext cx="10789920" cy="365760"/>
          </a:xfrm>
          <a:prstGeom prst="rect">
            <a:avLst/>
          </a:prstGeom>
          <a:noFill/>
        </p:spPr>
        <p:txBody>
          <a:bodyPr wrap="square" lIns="73152" tIns="73152" rIns="73152" bIns="73152" anchor="t">
            <a:spAutoFit/>
          </a:bodyPr>
          <a:lstStyle/>
          <a:p>
            <a:pPr algn="ctr"/>
            <a:r>
              <a:rPr sz="1800" b="1">
                <a:solidFill>
                  <a:srgbClr val="FFFFFF"/>
                </a:solidFill>
                <a:latin typeface="Segoe UI"/>
              </a:rPr>
              <a:t>Azure-native pipeline: edge signals → streaming → behavioral AI → explainable caregiver 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2"/>
          <p:cNvSpPr txBox="1"/>
          <p:nvPr/>
        </p:nvSpPr>
        <p:spPr>
          <a:xfrm>
            <a:off x="320000" y="120000"/>
            <a:ext cx="8000000" cy="500000"/>
          </a:xfrm>
          <a:prstGeom prst="rect">
            <a:avLst/>
          </a:prstGeom>
          <a:noFill/>
        </p:spPr>
        <p:txBody>
          <a:bodyPr wrap="square" lIns="36576" tIns="36576" rIns="36576" bIns="36576" anchor="ctr">
            <a:spAutoFit/>
          </a:bodyPr>
          <a:lstStyle/>
          <a:p>
            <a:pPr algn="l"/>
            <a:r>
              <a:rPr lang="en-US" sz="2800" b="1">
                <a:solidFill>
                  <a:srgbClr val="FFFFFF"/>
                </a:solidFill>
                <a:latin typeface="Trebuchet MS"/>
              </a:rPr>
              <a:t>Data Stream Access Control</a:t>
            </a:r>
          </a:p>
        </p:txBody>
      </p:sp>
      <p:sp>
        <p:nvSpPr>
          <p:cNvPr id="3" name="ProducersBg"/>
          <p:cNvSpPr/>
          <p:nvPr/>
        </p:nvSpPr>
        <p:spPr>
          <a:xfrm>
            <a:off x="320000" y="880000"/>
            <a:ext cx="3500000" cy="1700000"/>
          </a:xfrm>
          <a:prstGeom prst="roundRect">
            <a:avLst>
              <a:gd name="adj" fmla="val 4000"/>
            </a:avLst>
          </a:prstGeom>
          <a:solidFill>
            <a:srgbClr val="112A3A"/>
          </a:solidFill>
          <a:ln w="15240">
            <a:solidFill>
              <a:srgbClr val="1B6B93"/>
            </a:solidFill>
          </a:ln>
        </p:spPr>
        <p:txBody>
          <a:bodyPr rtlCol="0" anchor="ctr"/>
          <a:lstStyle/>
          <a:p>
            <a:pPr algn="ctr"/>
            <a:endParaRPr/>
          </a:p>
        </p:txBody>
      </p:sp>
      <p:sp>
        <p:nvSpPr>
          <p:cNvPr id="4" name="T4"/>
          <p:cNvSpPr txBox="1"/>
          <p:nvPr/>
        </p:nvSpPr>
        <p:spPr>
          <a:xfrm>
            <a:off x="320000" y="940000"/>
            <a:ext cx="3500000" cy="280000"/>
          </a:xfrm>
          <a:prstGeom prst="rect">
            <a:avLst/>
          </a:prstGeom>
          <a:noFill/>
        </p:spPr>
        <p:txBody>
          <a:bodyPr wrap="square" lIns="36576" tIns="36576" rIns="36576" bIns="36576" anchor="ctr">
            <a:spAutoFit/>
          </a:bodyPr>
          <a:lstStyle/>
          <a:p>
            <a:pPr algn="ctr"/>
            <a:r>
              <a:rPr lang="en-US" sz="1500" b="1">
                <a:solidFill>
                  <a:srgbClr val="4FC3F7"/>
                </a:solidFill>
                <a:latin typeface="Segoe UI"/>
              </a:rPr>
              <a:t>Data Producers</a:t>
            </a:r>
          </a:p>
        </p:txBody>
      </p:sp>
      <p:sp>
        <p:nvSpPr>
          <p:cNvPr id="5" name="P_Visio"/>
          <p:cNvSpPr/>
          <p:nvPr/>
        </p:nvSpPr>
        <p:spPr>
          <a:xfrm>
            <a:off x="520000" y="1300000"/>
            <a:ext cx="3100000" cy="310000"/>
          </a:xfrm>
          <a:prstGeom prst="roundRect">
            <a:avLst>
              <a:gd name="adj" fmla="val 4000"/>
            </a:avLst>
          </a:prstGeom>
          <a:solidFill>
            <a:srgbClr val="18354F"/>
          </a:solidFill>
          <a:ln w="15240">
            <a:solidFill>
              <a:srgbClr val="2A7AB5"/>
            </a:solidFill>
          </a:ln>
        </p:spPr>
        <p:txBody>
          <a:bodyPr rtlCol="0" anchor="ctr"/>
          <a:lstStyle/>
          <a:p>
            <a:pPr algn="ctr"/>
            <a:endParaRPr/>
          </a:p>
        </p:txBody>
      </p:sp>
      <p:sp>
        <p:nvSpPr>
          <p:cNvPr id="6" name="T6"/>
          <p:cNvSpPr txBox="1"/>
          <p:nvPr/>
        </p:nvSpPr>
        <p:spPr>
          <a:xfrm>
            <a:off x="520000" y="1300000"/>
            <a:ext cx="3100000" cy="310000"/>
          </a:xfrm>
          <a:prstGeom prst="rect">
            <a:avLst/>
          </a:prstGeom>
          <a:noFill/>
        </p:spPr>
        <p:txBody>
          <a:bodyPr wrap="square" lIns="36576" tIns="36576" rIns="36576" bIns="36576" anchor="ctr">
            <a:spAutoFit/>
          </a:bodyPr>
          <a:lstStyle/>
          <a:p>
            <a:pPr algn="ctr"/>
            <a:r>
              <a:rPr lang="en-US" sz="1100" b="1">
                <a:solidFill>
                  <a:srgbClr val="E0E0E0"/>
                </a:solidFill>
                <a:latin typeface="Segoe UI"/>
              </a:rPr>
              <a:t>Vision Agent</a:t>
            </a:r>
          </a:p>
        </p:txBody>
      </p:sp>
      <p:sp>
        <p:nvSpPr>
          <p:cNvPr id="7" name="P_OpenC"/>
          <p:cNvSpPr/>
          <p:nvPr/>
        </p:nvSpPr>
        <p:spPr>
          <a:xfrm>
            <a:off x="520000" y="1665000"/>
            <a:ext cx="3100000" cy="310000"/>
          </a:xfrm>
          <a:prstGeom prst="roundRect">
            <a:avLst>
              <a:gd name="adj" fmla="val 4000"/>
            </a:avLst>
          </a:prstGeom>
          <a:solidFill>
            <a:srgbClr val="18354F"/>
          </a:solidFill>
          <a:ln w="15240">
            <a:solidFill>
              <a:srgbClr val="2A7AB5"/>
            </a:solidFill>
          </a:ln>
        </p:spPr>
        <p:txBody>
          <a:bodyPr rtlCol="0" anchor="ctr"/>
          <a:lstStyle/>
          <a:p>
            <a:pPr algn="ctr"/>
            <a:endParaRPr/>
          </a:p>
        </p:txBody>
      </p:sp>
      <p:sp>
        <p:nvSpPr>
          <p:cNvPr id="8" name="T8"/>
          <p:cNvSpPr txBox="1"/>
          <p:nvPr/>
        </p:nvSpPr>
        <p:spPr>
          <a:xfrm>
            <a:off x="520000" y="1698428"/>
            <a:ext cx="3100000" cy="243143"/>
          </a:xfrm>
          <a:prstGeom prst="rect">
            <a:avLst/>
          </a:prstGeom>
          <a:noFill/>
        </p:spPr>
        <p:txBody>
          <a:bodyPr wrap="square" lIns="36576" tIns="36576" rIns="36576" bIns="36576" anchor="ctr">
            <a:spAutoFit/>
          </a:bodyPr>
          <a:lstStyle/>
          <a:p>
            <a:pPr algn="ctr"/>
            <a:r>
              <a:rPr lang="en-US" sz="1100" b="1" dirty="0">
                <a:solidFill>
                  <a:srgbClr val="E0E0E0"/>
                </a:solidFill>
                <a:latin typeface="Segoe UI"/>
              </a:rPr>
              <a:t>AI (Decision Engine)</a:t>
            </a:r>
          </a:p>
        </p:txBody>
      </p:sp>
      <p:sp>
        <p:nvSpPr>
          <p:cNvPr id="9" name="P_Careg"/>
          <p:cNvSpPr/>
          <p:nvPr/>
        </p:nvSpPr>
        <p:spPr>
          <a:xfrm>
            <a:off x="520000" y="2030000"/>
            <a:ext cx="3100000" cy="310000"/>
          </a:xfrm>
          <a:prstGeom prst="roundRect">
            <a:avLst>
              <a:gd name="adj" fmla="val 4000"/>
            </a:avLst>
          </a:prstGeom>
          <a:solidFill>
            <a:srgbClr val="18354F"/>
          </a:solidFill>
          <a:ln w="15240">
            <a:solidFill>
              <a:srgbClr val="2A7AB5"/>
            </a:solidFill>
          </a:ln>
        </p:spPr>
        <p:txBody>
          <a:bodyPr rtlCol="0" anchor="ctr"/>
          <a:lstStyle/>
          <a:p>
            <a:pPr algn="ctr"/>
            <a:endParaRPr/>
          </a:p>
        </p:txBody>
      </p:sp>
      <p:sp>
        <p:nvSpPr>
          <p:cNvPr id="10" name="T10"/>
          <p:cNvSpPr txBox="1"/>
          <p:nvPr/>
        </p:nvSpPr>
        <p:spPr>
          <a:xfrm>
            <a:off x="520000" y="2030000"/>
            <a:ext cx="3100000" cy="310000"/>
          </a:xfrm>
          <a:prstGeom prst="rect">
            <a:avLst/>
          </a:prstGeom>
          <a:noFill/>
        </p:spPr>
        <p:txBody>
          <a:bodyPr wrap="square" lIns="36576" tIns="36576" rIns="36576" bIns="36576" anchor="ctr">
            <a:spAutoFit/>
          </a:bodyPr>
          <a:lstStyle/>
          <a:p>
            <a:pPr algn="ctr"/>
            <a:r>
              <a:rPr lang="en-US" sz="1100" b="1">
                <a:solidFill>
                  <a:srgbClr val="E0E0E0"/>
                </a:solidFill>
                <a:latin typeface="Segoe UI"/>
              </a:rPr>
              <a:t>Caregiver Interface</a:t>
            </a:r>
          </a:p>
        </p:txBody>
      </p:sp>
      <p:sp>
        <p:nvSpPr>
          <p:cNvPr id="11" name="ACLBg"/>
          <p:cNvSpPr/>
          <p:nvPr/>
        </p:nvSpPr>
        <p:spPr>
          <a:xfrm>
            <a:off x="4200000" y="880000"/>
            <a:ext cx="3600000" cy="1700000"/>
          </a:xfrm>
          <a:prstGeom prst="roundRect">
            <a:avLst>
              <a:gd name="adj" fmla="val 4000"/>
            </a:avLst>
          </a:prstGeom>
          <a:solidFill>
            <a:srgbClr val="0A2A2F"/>
          </a:solidFill>
          <a:ln w="15240">
            <a:solidFill>
              <a:srgbClr val="00897B"/>
            </a:solidFill>
          </a:ln>
        </p:spPr>
        <p:txBody>
          <a:bodyPr rtlCol="0" anchor="ctr"/>
          <a:lstStyle/>
          <a:p>
            <a:pPr algn="ctr"/>
            <a:endParaRPr/>
          </a:p>
        </p:txBody>
      </p:sp>
      <p:sp>
        <p:nvSpPr>
          <p:cNvPr id="12" name="T12"/>
          <p:cNvSpPr txBox="1"/>
          <p:nvPr/>
        </p:nvSpPr>
        <p:spPr>
          <a:xfrm>
            <a:off x="4200000" y="940000"/>
            <a:ext cx="3600000" cy="280000"/>
          </a:xfrm>
          <a:prstGeom prst="rect">
            <a:avLst/>
          </a:prstGeom>
          <a:noFill/>
        </p:spPr>
        <p:txBody>
          <a:bodyPr wrap="square" lIns="36576" tIns="36576" rIns="36576" bIns="36576" anchor="ctr">
            <a:spAutoFit/>
          </a:bodyPr>
          <a:lstStyle/>
          <a:p>
            <a:pPr algn="ctr"/>
            <a:r>
              <a:rPr lang="en-US" sz="1500" b="1">
                <a:solidFill>
                  <a:srgbClr val="26A69A"/>
                </a:solidFill>
                <a:latin typeface="Segoe UI"/>
              </a:rPr>
              <a:t>Access Control Layer</a:t>
            </a:r>
          </a:p>
        </p:txBody>
      </p:sp>
      <p:sp>
        <p:nvSpPr>
          <p:cNvPr id="13" name="A_Acces"/>
          <p:cNvSpPr/>
          <p:nvPr/>
        </p:nvSpPr>
        <p:spPr>
          <a:xfrm>
            <a:off x="4450000" y="1300000"/>
            <a:ext cx="3100000" cy="310000"/>
          </a:xfrm>
          <a:prstGeom prst="roundRect">
            <a:avLst>
              <a:gd name="adj" fmla="val 4000"/>
            </a:avLst>
          </a:prstGeom>
          <a:solidFill>
            <a:srgbClr val="18354F"/>
          </a:solidFill>
          <a:ln w="15240">
            <a:solidFill>
              <a:srgbClr val="00897B"/>
            </a:solidFill>
          </a:ln>
        </p:spPr>
        <p:txBody>
          <a:bodyPr rtlCol="0" anchor="ctr"/>
          <a:lstStyle/>
          <a:p>
            <a:pPr algn="ctr"/>
            <a:endParaRPr/>
          </a:p>
        </p:txBody>
      </p:sp>
      <p:sp>
        <p:nvSpPr>
          <p:cNvPr id="14" name="T14"/>
          <p:cNvSpPr txBox="1"/>
          <p:nvPr/>
        </p:nvSpPr>
        <p:spPr>
          <a:xfrm>
            <a:off x="4450000" y="1300000"/>
            <a:ext cx="3100000" cy="310000"/>
          </a:xfrm>
          <a:prstGeom prst="rect">
            <a:avLst/>
          </a:prstGeom>
          <a:noFill/>
        </p:spPr>
        <p:txBody>
          <a:bodyPr wrap="square" lIns="36576" tIns="36576" rIns="36576" bIns="36576" anchor="ctr">
            <a:spAutoFit/>
          </a:bodyPr>
          <a:lstStyle/>
          <a:p>
            <a:pPr algn="ctr"/>
            <a:r>
              <a:rPr lang="en-US" sz="1100" b="1">
                <a:solidFill>
                  <a:srgbClr val="E0E0E0"/>
                </a:solidFill>
                <a:latin typeface="Segoe UI"/>
              </a:rPr>
              <a:t>Access Gateway</a:t>
            </a:r>
          </a:p>
        </p:txBody>
      </p:sp>
      <p:sp>
        <p:nvSpPr>
          <p:cNvPr id="15" name="A_Polic"/>
          <p:cNvSpPr/>
          <p:nvPr/>
        </p:nvSpPr>
        <p:spPr>
          <a:xfrm>
            <a:off x="4450000" y="1665000"/>
            <a:ext cx="3100000" cy="310000"/>
          </a:xfrm>
          <a:prstGeom prst="roundRect">
            <a:avLst>
              <a:gd name="adj" fmla="val 4000"/>
            </a:avLst>
          </a:prstGeom>
          <a:solidFill>
            <a:srgbClr val="18354F"/>
          </a:solidFill>
          <a:ln w="15240">
            <a:solidFill>
              <a:srgbClr val="00897B"/>
            </a:solidFill>
          </a:ln>
        </p:spPr>
        <p:txBody>
          <a:bodyPr rtlCol="0" anchor="ctr"/>
          <a:lstStyle/>
          <a:p>
            <a:pPr algn="ctr"/>
            <a:endParaRPr/>
          </a:p>
        </p:txBody>
      </p:sp>
      <p:sp>
        <p:nvSpPr>
          <p:cNvPr id="16" name="T16"/>
          <p:cNvSpPr txBox="1"/>
          <p:nvPr/>
        </p:nvSpPr>
        <p:spPr>
          <a:xfrm>
            <a:off x="4450000" y="1665000"/>
            <a:ext cx="3100000" cy="310000"/>
          </a:xfrm>
          <a:prstGeom prst="rect">
            <a:avLst/>
          </a:prstGeom>
          <a:noFill/>
        </p:spPr>
        <p:txBody>
          <a:bodyPr wrap="square" lIns="36576" tIns="36576" rIns="36576" bIns="36576" anchor="ctr">
            <a:spAutoFit/>
          </a:bodyPr>
          <a:lstStyle/>
          <a:p>
            <a:pPr algn="ctr"/>
            <a:r>
              <a:rPr lang="en-US" sz="1100" b="1">
                <a:solidFill>
                  <a:srgbClr val="E0E0E0"/>
                </a:solidFill>
                <a:latin typeface="Segoe UI"/>
              </a:rPr>
              <a:t>Policy Engine</a:t>
            </a:r>
          </a:p>
        </p:txBody>
      </p:sp>
      <p:sp>
        <p:nvSpPr>
          <p:cNvPr id="17" name="A_Secur"/>
          <p:cNvSpPr/>
          <p:nvPr/>
        </p:nvSpPr>
        <p:spPr>
          <a:xfrm>
            <a:off x="4450000" y="2030000"/>
            <a:ext cx="3100000" cy="310000"/>
          </a:xfrm>
          <a:prstGeom prst="roundRect">
            <a:avLst>
              <a:gd name="adj" fmla="val 4000"/>
            </a:avLst>
          </a:prstGeom>
          <a:solidFill>
            <a:srgbClr val="18354F"/>
          </a:solidFill>
          <a:ln w="15240">
            <a:solidFill>
              <a:srgbClr val="00897B"/>
            </a:solidFill>
          </a:ln>
        </p:spPr>
        <p:txBody>
          <a:bodyPr rtlCol="0" anchor="ctr"/>
          <a:lstStyle/>
          <a:p>
            <a:pPr algn="ctr"/>
            <a:endParaRPr/>
          </a:p>
        </p:txBody>
      </p:sp>
      <p:sp>
        <p:nvSpPr>
          <p:cNvPr id="18" name="T18"/>
          <p:cNvSpPr txBox="1"/>
          <p:nvPr/>
        </p:nvSpPr>
        <p:spPr>
          <a:xfrm>
            <a:off x="4450000" y="2030000"/>
            <a:ext cx="3100000" cy="310000"/>
          </a:xfrm>
          <a:prstGeom prst="rect">
            <a:avLst/>
          </a:prstGeom>
          <a:noFill/>
        </p:spPr>
        <p:txBody>
          <a:bodyPr wrap="square" lIns="36576" tIns="36576" rIns="36576" bIns="36576" anchor="ctr">
            <a:spAutoFit/>
          </a:bodyPr>
          <a:lstStyle/>
          <a:p>
            <a:pPr algn="ctr"/>
            <a:r>
              <a:rPr lang="en-US" sz="1100" b="1">
                <a:solidFill>
                  <a:srgbClr val="E0E0E0"/>
                </a:solidFill>
                <a:latin typeface="Segoe UI"/>
              </a:rPr>
              <a:t>Secure Topics / Streams</a:t>
            </a:r>
          </a:p>
        </p:txBody>
      </p:sp>
      <p:sp>
        <p:nvSpPr>
          <p:cNvPr id="19" name="ConsumersBg"/>
          <p:cNvSpPr/>
          <p:nvPr/>
        </p:nvSpPr>
        <p:spPr>
          <a:xfrm>
            <a:off x="8100000" y="880000"/>
            <a:ext cx="3770000" cy="2400000"/>
          </a:xfrm>
          <a:prstGeom prst="roundRect">
            <a:avLst>
              <a:gd name="adj" fmla="val 4000"/>
            </a:avLst>
          </a:prstGeom>
          <a:solidFill>
            <a:srgbClr val="1A1A3A"/>
          </a:solidFill>
          <a:ln w="15240">
            <a:solidFill>
              <a:srgbClr val="5C6BC0"/>
            </a:solidFill>
          </a:ln>
        </p:spPr>
        <p:txBody>
          <a:bodyPr rtlCol="0" anchor="ctr"/>
          <a:lstStyle/>
          <a:p>
            <a:pPr algn="ctr"/>
            <a:endParaRPr/>
          </a:p>
        </p:txBody>
      </p:sp>
      <p:sp>
        <p:nvSpPr>
          <p:cNvPr id="20" name="T20"/>
          <p:cNvSpPr txBox="1"/>
          <p:nvPr/>
        </p:nvSpPr>
        <p:spPr>
          <a:xfrm>
            <a:off x="8100000" y="940000"/>
            <a:ext cx="3770000" cy="280000"/>
          </a:xfrm>
          <a:prstGeom prst="rect">
            <a:avLst/>
          </a:prstGeom>
          <a:noFill/>
        </p:spPr>
        <p:txBody>
          <a:bodyPr wrap="square" lIns="36576" tIns="36576" rIns="36576" bIns="36576" anchor="ctr">
            <a:spAutoFit/>
          </a:bodyPr>
          <a:lstStyle/>
          <a:p>
            <a:pPr algn="ctr"/>
            <a:r>
              <a:rPr lang="en-US" sz="1500" b="1">
                <a:solidFill>
                  <a:srgbClr val="7986CB"/>
                </a:solidFill>
                <a:latin typeface="Segoe UI"/>
              </a:rPr>
              <a:t>Authorized Consumers</a:t>
            </a:r>
          </a:p>
        </p:txBody>
      </p:sp>
      <p:sp>
        <p:nvSpPr>
          <p:cNvPr id="21" name="C_AI Se"/>
          <p:cNvSpPr/>
          <p:nvPr/>
        </p:nvSpPr>
        <p:spPr>
          <a:xfrm>
            <a:off x="8435000" y="1280000"/>
            <a:ext cx="3100000" cy="290000"/>
          </a:xfrm>
          <a:prstGeom prst="roundRect">
            <a:avLst>
              <a:gd name="adj" fmla="val 4000"/>
            </a:avLst>
          </a:prstGeom>
          <a:solidFill>
            <a:srgbClr val="18354F"/>
          </a:solidFill>
          <a:ln w="15240">
            <a:solidFill>
              <a:srgbClr val="5C6BC0"/>
            </a:solidFill>
          </a:ln>
        </p:spPr>
        <p:txBody>
          <a:bodyPr rtlCol="0" anchor="ctr"/>
          <a:lstStyle/>
          <a:p>
            <a:pPr algn="ctr"/>
            <a:endParaRPr/>
          </a:p>
        </p:txBody>
      </p:sp>
      <p:sp>
        <p:nvSpPr>
          <p:cNvPr id="22" name="T22"/>
          <p:cNvSpPr txBox="1"/>
          <p:nvPr/>
        </p:nvSpPr>
        <p:spPr>
          <a:xfrm>
            <a:off x="8435000" y="1280000"/>
            <a:ext cx="3100000" cy="290000"/>
          </a:xfrm>
          <a:prstGeom prst="rect">
            <a:avLst/>
          </a:prstGeom>
          <a:noFill/>
        </p:spPr>
        <p:txBody>
          <a:bodyPr wrap="square" lIns="36576" tIns="36576" rIns="36576" bIns="36576" anchor="ctr">
            <a:spAutoFit/>
          </a:bodyPr>
          <a:lstStyle/>
          <a:p>
            <a:pPr algn="ctr"/>
            <a:r>
              <a:rPr lang="en-US" sz="1050" b="1">
                <a:solidFill>
                  <a:srgbClr val="E0E0E0"/>
                </a:solidFill>
                <a:latin typeface="Segoe UI"/>
              </a:rPr>
              <a:t>AI Services</a:t>
            </a:r>
          </a:p>
        </p:txBody>
      </p:sp>
      <p:sp>
        <p:nvSpPr>
          <p:cNvPr id="23" name="C_Behav"/>
          <p:cNvSpPr/>
          <p:nvPr/>
        </p:nvSpPr>
        <p:spPr>
          <a:xfrm>
            <a:off x="8435000" y="1615000"/>
            <a:ext cx="3100000" cy="290000"/>
          </a:xfrm>
          <a:prstGeom prst="roundRect">
            <a:avLst>
              <a:gd name="adj" fmla="val 4000"/>
            </a:avLst>
          </a:prstGeom>
          <a:solidFill>
            <a:srgbClr val="18354F"/>
          </a:solidFill>
          <a:ln w="15240">
            <a:solidFill>
              <a:srgbClr val="5C6BC0"/>
            </a:solidFill>
          </a:ln>
        </p:spPr>
        <p:txBody>
          <a:bodyPr rtlCol="0" anchor="ctr"/>
          <a:lstStyle/>
          <a:p>
            <a:pPr algn="ctr"/>
            <a:endParaRPr/>
          </a:p>
        </p:txBody>
      </p:sp>
      <p:sp>
        <p:nvSpPr>
          <p:cNvPr id="24" name="T24"/>
          <p:cNvSpPr txBox="1"/>
          <p:nvPr/>
        </p:nvSpPr>
        <p:spPr>
          <a:xfrm>
            <a:off x="8435000" y="1615000"/>
            <a:ext cx="3100000" cy="290000"/>
          </a:xfrm>
          <a:prstGeom prst="rect">
            <a:avLst/>
          </a:prstGeom>
          <a:noFill/>
        </p:spPr>
        <p:txBody>
          <a:bodyPr wrap="square" lIns="36576" tIns="36576" rIns="36576" bIns="36576" anchor="ctr">
            <a:spAutoFit/>
          </a:bodyPr>
          <a:lstStyle/>
          <a:p>
            <a:pPr algn="ctr"/>
            <a:r>
              <a:rPr lang="en-US" sz="1050" b="1">
                <a:solidFill>
                  <a:srgbClr val="E0E0E0"/>
                </a:solidFill>
                <a:latin typeface="Segoe UI"/>
              </a:rPr>
              <a:t>Behavioral Twin Model</a:t>
            </a:r>
          </a:p>
        </p:txBody>
      </p:sp>
      <p:sp>
        <p:nvSpPr>
          <p:cNvPr id="25" name="C_Inten"/>
          <p:cNvSpPr/>
          <p:nvPr/>
        </p:nvSpPr>
        <p:spPr>
          <a:xfrm>
            <a:off x="8435000" y="1950000"/>
            <a:ext cx="3100000" cy="290000"/>
          </a:xfrm>
          <a:prstGeom prst="roundRect">
            <a:avLst>
              <a:gd name="adj" fmla="val 4000"/>
            </a:avLst>
          </a:prstGeom>
          <a:solidFill>
            <a:srgbClr val="18354F"/>
          </a:solidFill>
          <a:ln w="15240">
            <a:solidFill>
              <a:srgbClr val="5C6BC0"/>
            </a:solidFill>
          </a:ln>
        </p:spPr>
        <p:txBody>
          <a:bodyPr rtlCol="0" anchor="ctr"/>
          <a:lstStyle/>
          <a:p>
            <a:pPr algn="ctr"/>
            <a:endParaRPr/>
          </a:p>
        </p:txBody>
      </p:sp>
      <p:sp>
        <p:nvSpPr>
          <p:cNvPr id="26" name="T26"/>
          <p:cNvSpPr txBox="1"/>
          <p:nvPr/>
        </p:nvSpPr>
        <p:spPr>
          <a:xfrm>
            <a:off x="8435000" y="1950000"/>
            <a:ext cx="3100000" cy="290000"/>
          </a:xfrm>
          <a:prstGeom prst="rect">
            <a:avLst/>
          </a:prstGeom>
          <a:noFill/>
        </p:spPr>
        <p:txBody>
          <a:bodyPr wrap="square" lIns="36576" tIns="36576" rIns="36576" bIns="36576" anchor="ctr">
            <a:spAutoFit/>
          </a:bodyPr>
          <a:lstStyle/>
          <a:p>
            <a:pPr algn="ctr"/>
            <a:r>
              <a:rPr lang="en-US" sz="1050" b="1">
                <a:solidFill>
                  <a:srgbClr val="E0E0E0"/>
                </a:solidFill>
                <a:latin typeface="Segoe UI"/>
              </a:rPr>
              <a:t>Intent Engine</a:t>
            </a:r>
          </a:p>
        </p:txBody>
      </p:sp>
      <p:sp>
        <p:nvSpPr>
          <p:cNvPr id="27" name="C_Healt"/>
          <p:cNvSpPr/>
          <p:nvPr/>
        </p:nvSpPr>
        <p:spPr>
          <a:xfrm>
            <a:off x="8435000" y="2285000"/>
            <a:ext cx="3100000" cy="290000"/>
          </a:xfrm>
          <a:prstGeom prst="roundRect">
            <a:avLst>
              <a:gd name="adj" fmla="val 4000"/>
            </a:avLst>
          </a:prstGeom>
          <a:solidFill>
            <a:srgbClr val="18354F"/>
          </a:solidFill>
          <a:ln w="15240">
            <a:solidFill>
              <a:srgbClr val="5C6BC0"/>
            </a:solidFill>
          </a:ln>
        </p:spPr>
        <p:txBody>
          <a:bodyPr rtlCol="0" anchor="ctr"/>
          <a:lstStyle/>
          <a:p>
            <a:pPr algn="ctr"/>
            <a:endParaRPr/>
          </a:p>
        </p:txBody>
      </p:sp>
      <p:sp>
        <p:nvSpPr>
          <p:cNvPr id="28" name="T28"/>
          <p:cNvSpPr txBox="1"/>
          <p:nvPr/>
        </p:nvSpPr>
        <p:spPr>
          <a:xfrm>
            <a:off x="8435000" y="2285000"/>
            <a:ext cx="3100000" cy="290000"/>
          </a:xfrm>
          <a:prstGeom prst="rect">
            <a:avLst/>
          </a:prstGeom>
          <a:noFill/>
        </p:spPr>
        <p:txBody>
          <a:bodyPr wrap="square" lIns="36576" tIns="36576" rIns="36576" bIns="36576" anchor="ctr">
            <a:spAutoFit/>
          </a:bodyPr>
          <a:lstStyle/>
          <a:p>
            <a:pPr algn="ctr"/>
            <a:r>
              <a:rPr lang="en-US" sz="1050" b="1">
                <a:solidFill>
                  <a:srgbClr val="E0E0E0"/>
                </a:solidFill>
                <a:latin typeface="Segoe UI"/>
              </a:rPr>
              <a:t>Health Analytics</a:t>
            </a:r>
          </a:p>
        </p:txBody>
      </p:sp>
      <p:sp>
        <p:nvSpPr>
          <p:cNvPr id="29" name="C_Alert"/>
          <p:cNvSpPr/>
          <p:nvPr/>
        </p:nvSpPr>
        <p:spPr>
          <a:xfrm>
            <a:off x="8435000" y="2620000"/>
            <a:ext cx="3100000" cy="290000"/>
          </a:xfrm>
          <a:prstGeom prst="roundRect">
            <a:avLst>
              <a:gd name="adj" fmla="val 4000"/>
            </a:avLst>
          </a:prstGeom>
          <a:solidFill>
            <a:srgbClr val="18354F"/>
          </a:solidFill>
          <a:ln w="15240">
            <a:solidFill>
              <a:srgbClr val="5C6BC0"/>
            </a:solidFill>
          </a:ln>
        </p:spPr>
        <p:txBody>
          <a:bodyPr rtlCol="0" anchor="ctr"/>
          <a:lstStyle/>
          <a:p>
            <a:pPr algn="ctr"/>
            <a:endParaRPr/>
          </a:p>
        </p:txBody>
      </p:sp>
      <p:sp>
        <p:nvSpPr>
          <p:cNvPr id="30" name="T30"/>
          <p:cNvSpPr txBox="1"/>
          <p:nvPr/>
        </p:nvSpPr>
        <p:spPr>
          <a:xfrm>
            <a:off x="8435000" y="2620000"/>
            <a:ext cx="3100000" cy="290000"/>
          </a:xfrm>
          <a:prstGeom prst="rect">
            <a:avLst/>
          </a:prstGeom>
          <a:noFill/>
        </p:spPr>
        <p:txBody>
          <a:bodyPr wrap="square" lIns="36576" tIns="36576" rIns="36576" bIns="36576" anchor="ctr">
            <a:spAutoFit/>
          </a:bodyPr>
          <a:lstStyle/>
          <a:p>
            <a:pPr algn="ctr"/>
            <a:r>
              <a:rPr lang="en-US" sz="1050" b="1">
                <a:solidFill>
                  <a:srgbClr val="E0E0E0"/>
                </a:solidFill>
                <a:latin typeface="Segoe UI"/>
              </a:rPr>
              <a:t>Alerting / Notification Systems</a:t>
            </a:r>
          </a:p>
        </p:txBody>
      </p:sp>
      <p:cxnSp>
        <p:nvCxnSpPr>
          <p:cNvPr id="31" name="Arrow31"/>
          <p:cNvCxnSpPr/>
          <p:nvPr/>
        </p:nvCxnSpPr>
        <p:spPr>
          <a:xfrm>
            <a:off x="3820000" y="1455000"/>
            <a:ext cx="380000" cy="0"/>
          </a:xfrm>
          <a:prstGeom prst="straightConnector1">
            <a:avLst/>
          </a:prstGeom>
          <a:ln w="19050">
            <a:solidFill>
              <a:srgbClr val="00B7C3"/>
            </a:solidFill>
            <a:tailEnd type="triangle" w="med" len="med"/>
          </a:ln>
        </p:spPr>
      </p:cxnSp>
      <p:cxnSp>
        <p:nvCxnSpPr>
          <p:cNvPr id="32" name="Arrow32"/>
          <p:cNvCxnSpPr/>
          <p:nvPr/>
        </p:nvCxnSpPr>
        <p:spPr>
          <a:xfrm>
            <a:off x="3820000" y="1820000"/>
            <a:ext cx="380000" cy="0"/>
          </a:xfrm>
          <a:prstGeom prst="straightConnector1">
            <a:avLst/>
          </a:prstGeom>
          <a:ln w="19050">
            <a:solidFill>
              <a:srgbClr val="00B7C3"/>
            </a:solidFill>
            <a:tailEnd type="triangle" w="med" len="med"/>
          </a:ln>
        </p:spPr>
      </p:cxnSp>
      <p:cxnSp>
        <p:nvCxnSpPr>
          <p:cNvPr id="33" name="Arrow33"/>
          <p:cNvCxnSpPr/>
          <p:nvPr/>
        </p:nvCxnSpPr>
        <p:spPr>
          <a:xfrm>
            <a:off x="3820000" y="2185000"/>
            <a:ext cx="380000" cy="0"/>
          </a:xfrm>
          <a:prstGeom prst="straightConnector1">
            <a:avLst/>
          </a:prstGeom>
          <a:ln w="19050">
            <a:solidFill>
              <a:srgbClr val="00B7C3"/>
            </a:solidFill>
            <a:tailEnd type="triangle" w="med" len="med"/>
          </a:ln>
        </p:spPr>
      </p:cxnSp>
      <p:cxnSp>
        <p:nvCxnSpPr>
          <p:cNvPr id="34" name="Arrow34"/>
          <p:cNvCxnSpPr/>
          <p:nvPr/>
        </p:nvCxnSpPr>
        <p:spPr>
          <a:xfrm>
            <a:off x="7800000" y="1455000"/>
            <a:ext cx="300000" cy="0"/>
          </a:xfrm>
          <a:prstGeom prst="straightConnector1">
            <a:avLst/>
          </a:prstGeom>
          <a:ln w="19050">
            <a:solidFill>
              <a:srgbClr val="26A69A"/>
            </a:solidFill>
            <a:tailEnd type="triangle" w="med" len="med"/>
          </a:ln>
        </p:spPr>
      </p:cxnSp>
      <p:cxnSp>
        <p:nvCxnSpPr>
          <p:cNvPr id="35" name="Arrow35"/>
          <p:cNvCxnSpPr/>
          <p:nvPr/>
        </p:nvCxnSpPr>
        <p:spPr>
          <a:xfrm>
            <a:off x="7800000" y="1820000"/>
            <a:ext cx="300000" cy="0"/>
          </a:xfrm>
          <a:prstGeom prst="straightConnector1">
            <a:avLst/>
          </a:prstGeom>
          <a:ln w="19050">
            <a:solidFill>
              <a:srgbClr val="26A69A"/>
            </a:solidFill>
            <a:tailEnd type="triangle" w="med" len="med"/>
          </a:ln>
        </p:spPr>
      </p:cxnSp>
      <p:cxnSp>
        <p:nvCxnSpPr>
          <p:cNvPr id="36" name="Arrow36"/>
          <p:cNvCxnSpPr/>
          <p:nvPr/>
        </p:nvCxnSpPr>
        <p:spPr>
          <a:xfrm>
            <a:off x="7800000" y="2185000"/>
            <a:ext cx="300000" cy="0"/>
          </a:xfrm>
          <a:prstGeom prst="straightConnector1">
            <a:avLst/>
          </a:prstGeom>
          <a:ln w="19050">
            <a:solidFill>
              <a:srgbClr val="26A69A"/>
            </a:solidFill>
            <a:tailEnd type="triangle" w="med" len="med"/>
          </a:ln>
        </p:spPr>
      </p:cxnSp>
      <p:sp>
        <p:nvSpPr>
          <p:cNvPr id="37" name="AMBg"/>
          <p:cNvSpPr/>
          <p:nvPr/>
        </p:nvSpPr>
        <p:spPr>
          <a:xfrm>
            <a:off x="320000" y="3460000"/>
            <a:ext cx="11500000" cy="1200000"/>
          </a:xfrm>
          <a:prstGeom prst="roundRect">
            <a:avLst>
              <a:gd name="adj" fmla="val 4000"/>
            </a:avLst>
          </a:prstGeom>
          <a:solidFill>
            <a:srgbClr val="112233"/>
          </a:solidFill>
          <a:ln w="15240">
            <a:solidFill>
              <a:srgbClr val="1B6B93"/>
            </a:solidFill>
          </a:ln>
        </p:spPr>
        <p:txBody>
          <a:bodyPr rtlCol="0" anchor="ctr"/>
          <a:lstStyle/>
          <a:p>
            <a:pPr algn="ctr"/>
            <a:endParaRPr/>
          </a:p>
        </p:txBody>
      </p:sp>
      <p:sp>
        <p:nvSpPr>
          <p:cNvPr id="38" name="T38"/>
          <p:cNvSpPr txBox="1"/>
          <p:nvPr/>
        </p:nvSpPr>
        <p:spPr>
          <a:xfrm>
            <a:off x="420000" y="3490000"/>
            <a:ext cx="2400000" cy="260000"/>
          </a:xfrm>
          <a:prstGeom prst="rect">
            <a:avLst/>
          </a:prstGeom>
          <a:noFill/>
        </p:spPr>
        <p:txBody>
          <a:bodyPr wrap="square" lIns="36576" tIns="36576" rIns="36576" bIns="36576" anchor="ctr">
            <a:spAutoFit/>
          </a:bodyPr>
          <a:lstStyle/>
          <a:p>
            <a:pPr algn="l"/>
            <a:r>
              <a:rPr lang="en-US" sz="1400" b="1">
                <a:solidFill>
                  <a:srgbClr val="4FC3F7"/>
                </a:solidFill>
                <a:latin typeface="Segoe UI"/>
              </a:rPr>
              <a:t>Access Model</a:t>
            </a:r>
          </a:p>
        </p:txBody>
      </p:sp>
      <p:sp>
        <p:nvSpPr>
          <p:cNvPr id="39" name="BL39"/>
          <p:cNvSpPr txBox="1"/>
          <p:nvPr/>
        </p:nvSpPr>
        <p:spPr>
          <a:xfrm>
            <a:off x="420000" y="3760000"/>
            <a:ext cx="11200000" cy="600000"/>
          </a:xfrm>
          <a:prstGeom prst="rect">
            <a:avLst/>
          </a:prstGeom>
          <a:noFill/>
        </p:spPr>
        <p:txBody>
          <a:bodyPr wrap="square" lIns="36576" tIns="36576" rIns="36576" bIns="36576" anchor="t">
            <a:spAutoFit/>
          </a:bodyPr>
          <a:lstStyle/>
          <a:p>
            <a:pPr marL="228600" indent="-228600" algn="l">
              <a:lnSpc>
                <a:spcPts val="1600"/>
              </a:lnSpc>
              <a:buClr>
                <a:srgbClr val="4FC3F7"/>
              </a:buClr>
              <a:buFont typeface="Arial"/>
              <a:buChar char="●"/>
            </a:pPr>
            <a:r>
              <a:rPr lang="en-US" sz="1000">
                <a:solidFill>
                  <a:srgbClr val="B0BEC5"/>
                </a:solidFill>
                <a:latin typeface="Segoe UI"/>
              </a:rPr>
              <a:t>Policy-based access control</a:t>
            </a:r>
          </a:p>
          <a:p>
            <a:pPr marL="228600" indent="-228600" algn="l">
              <a:lnSpc>
                <a:spcPts val="1600"/>
              </a:lnSpc>
              <a:buClr>
                <a:srgbClr val="4FC3F7"/>
              </a:buClr>
              <a:buFont typeface="Arial"/>
              <a:buChar char="●"/>
            </a:pPr>
            <a:r>
              <a:rPr lang="en-US" sz="1000">
                <a:solidFill>
                  <a:srgbClr val="B0BEC5"/>
                </a:solidFill>
                <a:latin typeface="Segoe UI"/>
              </a:rPr>
              <a:t>Scoped data access per service</a:t>
            </a:r>
          </a:p>
          <a:p>
            <a:pPr marL="228600" indent="-228600" algn="l">
              <a:lnSpc>
                <a:spcPts val="1600"/>
              </a:lnSpc>
              <a:buClr>
                <a:srgbClr val="4FC3F7"/>
              </a:buClr>
              <a:buFont typeface="Arial"/>
              <a:buChar char="●"/>
            </a:pPr>
            <a:r>
              <a:rPr lang="en-US" sz="1000">
                <a:solidFill>
                  <a:srgbClr val="B0BEC5"/>
                </a:solidFill>
                <a:latin typeface="Segoe UI"/>
              </a:rPr>
              <a:t>Event-level permissions</a:t>
            </a:r>
          </a:p>
          <a:p>
            <a:pPr marL="228600" indent="-228600" algn="l">
              <a:lnSpc>
                <a:spcPts val="1600"/>
              </a:lnSpc>
              <a:buClr>
                <a:srgbClr val="4FC3F7"/>
              </a:buClr>
              <a:buFont typeface="Arial"/>
              <a:buChar char="●"/>
            </a:pPr>
            <a:r>
              <a:rPr lang="en-US" sz="1000">
                <a:solidFill>
                  <a:srgbClr val="B0BEC5"/>
                </a:solidFill>
                <a:latin typeface="Segoe UI"/>
              </a:rPr>
              <a:t>Privacy-preserving (no raw video exposure)</a:t>
            </a:r>
          </a:p>
        </p:txBody>
      </p:sp>
      <p:sp>
        <p:nvSpPr>
          <p:cNvPr id="40" name="BannerBg"/>
          <p:cNvSpPr/>
          <p:nvPr/>
        </p:nvSpPr>
        <p:spPr>
          <a:xfrm>
            <a:off x="320000" y="4800000"/>
            <a:ext cx="11500000" cy="420000"/>
          </a:xfrm>
          <a:prstGeom prst="roundRect">
            <a:avLst>
              <a:gd name="adj" fmla="val 4000"/>
            </a:avLst>
          </a:prstGeom>
          <a:solidFill>
            <a:srgbClr val="00695C"/>
          </a:solidFill>
          <a:ln w="15240">
            <a:solidFill>
              <a:srgbClr val="00695C"/>
            </a:solidFill>
          </a:ln>
        </p:spPr>
        <p:txBody>
          <a:bodyPr rtlCol="0" anchor="ctr"/>
          <a:lstStyle/>
          <a:p>
            <a:pPr algn="ctr"/>
            <a:endParaRPr/>
          </a:p>
        </p:txBody>
      </p:sp>
      <p:sp>
        <p:nvSpPr>
          <p:cNvPr id="41" name="T41"/>
          <p:cNvSpPr txBox="1"/>
          <p:nvPr/>
        </p:nvSpPr>
        <p:spPr>
          <a:xfrm>
            <a:off x="457200" y="4800000"/>
            <a:ext cx="11277600" cy="420000"/>
          </a:xfrm>
          <a:prstGeom prst="rect">
            <a:avLst/>
          </a:prstGeom>
          <a:noFill/>
        </p:spPr>
        <p:txBody>
          <a:bodyPr wrap="square" lIns="36576" tIns="36576" rIns="36576" bIns="36576" anchor="ctr">
            <a:spAutoFit/>
          </a:bodyPr>
          <a:lstStyle/>
          <a:p>
            <a:pPr algn="ctr"/>
            <a:r>
              <a:rPr lang="en-US" sz="1200" b="1">
                <a:solidFill>
                  <a:srgbClr val="FFFFFF"/>
                </a:solidFill>
                <a:latin typeface="Calibri"/>
              </a:rPr>
              <a:t>Only authorized services access the minimum required behavioral signals — never raw surveillance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2"/>
          <p:cNvSpPr txBox="1"/>
          <p:nvPr/>
        </p:nvSpPr>
        <p:spPr>
          <a:xfrm>
            <a:off x="400000" y="120000"/>
            <a:ext cx="10000000" cy="500000"/>
          </a:xfrm>
          <a:prstGeom prst="rect">
            <a:avLst/>
          </a:prstGeom>
          <a:noFill/>
        </p:spPr>
        <p:txBody>
          <a:bodyPr wrap="square" lIns="36576" tIns="36576" rIns="36576" bIns="36576" anchor="t">
            <a:spAutoFit/>
          </a:bodyPr>
          <a:lstStyle/>
          <a:p>
            <a:pPr algn="l"/>
            <a:r>
              <a:rPr lang="en-US" sz="2800" b="1">
                <a:solidFill>
                  <a:srgbClr val="FFFFFF"/>
                </a:solidFill>
                <a:latin typeface="Trebuchet MS"/>
              </a:rPr>
              <a:t>Vision Service: Structured Behavioral Events</a:t>
            </a:r>
          </a:p>
        </p:txBody>
      </p:sp>
      <p:sp>
        <p:nvSpPr>
          <p:cNvPr id="3" name="LeftBg"/>
          <p:cNvSpPr/>
          <p:nvPr/>
        </p:nvSpPr>
        <p:spPr>
          <a:xfrm>
            <a:off x="400000" y="750000"/>
            <a:ext cx="5800000" cy="5200000"/>
          </a:xfrm>
          <a:prstGeom prst="roundRect">
            <a:avLst>
              <a:gd name="adj" fmla="val 3000"/>
            </a:avLst>
          </a:prstGeom>
          <a:solidFill>
            <a:srgbClr val="112A3A"/>
          </a:solidFill>
          <a:ln w="15240">
            <a:solidFill>
              <a:srgbClr val="1B6B93"/>
            </a:solidFill>
          </a:ln>
        </p:spPr>
        <p:txBody>
          <a:bodyPr rtlCol="0" anchor="ctr"/>
          <a:lstStyle/>
          <a:p>
            <a:pPr algn="ctr"/>
            <a:endParaRPr/>
          </a:p>
        </p:txBody>
      </p:sp>
      <p:sp>
        <p:nvSpPr>
          <p:cNvPr id="4" name="T4"/>
          <p:cNvSpPr txBox="1"/>
          <p:nvPr/>
        </p:nvSpPr>
        <p:spPr>
          <a:xfrm>
            <a:off x="550000" y="850000"/>
            <a:ext cx="5500000" cy="320000"/>
          </a:xfrm>
          <a:prstGeom prst="rect">
            <a:avLst/>
          </a:prstGeom>
          <a:noFill/>
        </p:spPr>
        <p:txBody>
          <a:bodyPr wrap="square" lIns="36576" tIns="36576" rIns="36576" bIns="36576" anchor="t">
            <a:spAutoFit/>
          </a:bodyPr>
          <a:lstStyle/>
          <a:p>
            <a:pPr algn="l"/>
            <a:r>
              <a:rPr lang="en-US" sz="1800" b="1">
                <a:solidFill>
                  <a:srgbClr val="4FC3F7"/>
                </a:solidFill>
                <a:latin typeface="Segoe UI"/>
              </a:rPr>
              <a:t>Seeing Without Storing Video</a:t>
            </a:r>
          </a:p>
        </p:txBody>
      </p:sp>
      <p:sp>
        <p:nvSpPr>
          <p:cNvPr id="5" name="Bullets"/>
          <p:cNvSpPr txBox="1"/>
          <p:nvPr/>
        </p:nvSpPr>
        <p:spPr>
          <a:xfrm>
            <a:off x="600000" y="1230000"/>
            <a:ext cx="5400000" cy="3600000"/>
          </a:xfrm>
          <a:prstGeom prst="rect">
            <a:avLst/>
          </a:prstGeom>
          <a:noFill/>
        </p:spPr>
        <p:txBody>
          <a:bodyPr wrap="square" lIns="36576" tIns="36576" rIns="36576" bIns="36576" anchor="t">
            <a:spAutoFit/>
          </a:bodyPr>
          <a:lstStyle/>
          <a:p>
            <a:pPr marL="228600" indent="-228600" algn="l">
              <a:lnSpc>
                <a:spcPts val="1900"/>
              </a:lnSpc>
              <a:buClr>
                <a:srgbClr val="4FC3F7"/>
              </a:buClr>
              <a:buFont typeface="Arial"/>
              <a:buChar char="●"/>
            </a:pPr>
            <a:r>
              <a:rPr lang="en-US" sz="1100">
                <a:solidFill>
                  <a:srgbClr val="E0E0E0"/>
                </a:solidFill>
                <a:latin typeface="Segoe UI"/>
              </a:rPr>
              <a:t>Runs edge-based vision models (YOLO for pose + movement detection)</a:t>
            </a:r>
          </a:p>
          <a:p>
            <a:pPr marL="228600" indent="-228600" algn="l">
              <a:lnSpc>
                <a:spcPts val="1900"/>
              </a:lnSpc>
              <a:buClr>
                <a:srgbClr val="4FC3F7"/>
              </a:buClr>
              <a:buFont typeface="Arial"/>
              <a:buChar char="●"/>
            </a:pPr>
            <a:r>
              <a:rPr lang="en-US" sz="1100">
                <a:solidFill>
                  <a:srgbClr val="E0E0E0"/>
                </a:solidFill>
                <a:latin typeface="Segoe UI"/>
              </a:rPr>
              <a:t>Detects behavior, not identity</a:t>
            </a:r>
          </a:p>
          <a:p>
            <a:pPr marL="228600" indent="-228600" algn="l">
              <a:lnSpc>
                <a:spcPts val="1900"/>
              </a:lnSpc>
              <a:buClr>
                <a:srgbClr val="4FC3F7"/>
              </a:buClr>
              <a:buFont typeface="Arial"/>
              <a:buChar char="●"/>
            </a:pPr>
            <a:r>
              <a:rPr lang="en-US" sz="1100">
                <a:solidFill>
                  <a:srgbClr val="E0E0E0"/>
                </a:solidFill>
                <a:latin typeface="Segoe UI"/>
              </a:rPr>
              <a:t>Tracks:</a:t>
            </a:r>
          </a:p>
          <a:p>
            <a:pPr marL="457200" indent="-228600" algn="l">
              <a:lnSpc>
                <a:spcPts val="1700"/>
              </a:lnSpc>
              <a:buClr>
                <a:srgbClr val="4FC3F7"/>
              </a:buClr>
              <a:buFont typeface="Arial"/>
              <a:buChar char="–"/>
            </a:pPr>
            <a:r>
              <a:rPr lang="en-US" sz="1000">
                <a:solidFill>
                  <a:srgbClr val="B0BEC5"/>
                </a:solidFill>
                <a:latin typeface="Segoe UI"/>
              </a:rPr>
              <a:t>Movement patterns and entropy</a:t>
            </a:r>
          </a:p>
          <a:p>
            <a:pPr marL="457200" indent="-228600" algn="l">
              <a:lnSpc>
                <a:spcPts val="1700"/>
              </a:lnSpc>
              <a:buClr>
                <a:srgbClr val="4FC3F7"/>
              </a:buClr>
              <a:buFont typeface="Arial"/>
              <a:buChar char="–"/>
            </a:pPr>
            <a:r>
              <a:rPr lang="en-US" sz="1000">
                <a:solidFill>
                  <a:srgbClr val="B0BEC5"/>
                </a:solidFill>
                <a:latin typeface="Segoe UI"/>
              </a:rPr>
              <a:t>Walking speed and gait</a:t>
            </a:r>
          </a:p>
          <a:p>
            <a:pPr marL="457200" indent="-228600" algn="l">
              <a:lnSpc>
                <a:spcPts val="1700"/>
              </a:lnSpc>
              <a:buClr>
                <a:srgbClr val="4FC3F7"/>
              </a:buClr>
              <a:buFont typeface="Arial"/>
              <a:buChar char="–"/>
            </a:pPr>
            <a:r>
              <a:rPr lang="en-US" sz="1000">
                <a:solidFill>
                  <a:srgbClr val="B0BEC5"/>
                </a:solidFill>
                <a:latin typeface="Segoe UI"/>
              </a:rPr>
              <a:t>Zone crossings and boundary violations</a:t>
            </a:r>
          </a:p>
          <a:p>
            <a:pPr marL="457200" indent="-228600" algn="l">
              <a:lnSpc>
                <a:spcPts val="1700"/>
              </a:lnSpc>
              <a:buClr>
                <a:srgbClr val="4FC3F7"/>
              </a:buClr>
              <a:buFont typeface="Arial"/>
              <a:buChar char="–"/>
            </a:pPr>
            <a:r>
              <a:rPr lang="en-US" sz="1000">
                <a:solidFill>
                  <a:srgbClr val="B0BEC5"/>
                </a:solidFill>
                <a:latin typeface="Segoe UI"/>
              </a:rPr>
              <a:t>Pose-based fall detection</a:t>
            </a:r>
          </a:p>
          <a:p>
            <a:pPr marL="457200" indent="-228600" algn="l">
              <a:lnSpc>
                <a:spcPts val="1700"/>
              </a:lnSpc>
              <a:buClr>
                <a:srgbClr val="4FC3F7"/>
              </a:buClr>
              <a:buFont typeface="Arial"/>
              <a:buChar char="–"/>
            </a:pPr>
            <a:r>
              <a:rPr lang="en-US" sz="1000">
                <a:solidFill>
                  <a:srgbClr val="B0BEC5"/>
                </a:solidFill>
                <a:latin typeface="Segoe UI"/>
              </a:rPr>
              <a:t>Post-fall inactivity duration</a:t>
            </a:r>
          </a:p>
          <a:p>
            <a:pPr marL="228600" indent="-228600" algn="l">
              <a:lnSpc>
                <a:spcPts val="1900"/>
              </a:lnSpc>
              <a:buClr>
                <a:srgbClr val="4FC3F7"/>
              </a:buClr>
              <a:buFont typeface="Arial"/>
              <a:buChar char="●"/>
            </a:pPr>
            <a:r>
              <a:rPr lang="en-US" sz="1100">
                <a:solidFill>
                  <a:srgbClr val="E0E0E0"/>
                </a:solidFill>
                <a:latin typeface="Segoe UI"/>
              </a:rPr>
              <a:t>Outputs structured behavioral events (no raw video stored or transmitted)</a:t>
            </a:r>
          </a:p>
        </p:txBody>
      </p:sp>
      <p:sp>
        <p:nvSpPr>
          <p:cNvPr id="6" name="T6"/>
          <p:cNvSpPr txBox="1"/>
          <p:nvPr/>
        </p:nvSpPr>
        <p:spPr>
          <a:xfrm>
            <a:off x="600000" y="5150000"/>
            <a:ext cx="5400000" cy="400000"/>
          </a:xfrm>
          <a:prstGeom prst="rect">
            <a:avLst/>
          </a:prstGeom>
          <a:noFill/>
        </p:spPr>
        <p:txBody>
          <a:bodyPr wrap="square" lIns="36576" tIns="36576" rIns="36576" bIns="36576" anchor="t">
            <a:spAutoFit/>
          </a:bodyPr>
          <a:lstStyle/>
          <a:p>
            <a:pPr algn="l"/>
            <a:r>
              <a:rPr lang="en-US" sz="1100" b="1" i="1">
                <a:solidFill>
                  <a:srgbClr val="26A69A"/>
                </a:solidFill>
                <a:latin typeface="Segoe UI"/>
              </a:rPr>
              <a:t>Privacy-first: we publish signals, not surveillance footage.</a:t>
            </a:r>
          </a:p>
        </p:txBody>
      </p:sp>
      <p:sp>
        <p:nvSpPr>
          <p:cNvPr id="7" name="CodeBg"/>
          <p:cNvSpPr/>
          <p:nvPr/>
        </p:nvSpPr>
        <p:spPr>
          <a:xfrm>
            <a:off x="6500000" y="750000"/>
            <a:ext cx="5300000" cy="5200000"/>
          </a:xfrm>
          <a:prstGeom prst="roundRect">
            <a:avLst>
              <a:gd name="adj" fmla="val 3000"/>
            </a:avLst>
          </a:prstGeom>
          <a:solidFill>
            <a:srgbClr val="0D1B2A"/>
          </a:solidFill>
          <a:ln w="15240">
            <a:solidFill>
              <a:srgbClr val="1B6B93"/>
            </a:solidFill>
          </a:ln>
        </p:spPr>
        <p:txBody>
          <a:bodyPr rtlCol="0" anchor="ctr"/>
          <a:lstStyle/>
          <a:p>
            <a:pPr algn="ctr"/>
            <a:endParaRPr/>
          </a:p>
        </p:txBody>
      </p:sp>
      <p:sp>
        <p:nvSpPr>
          <p:cNvPr id="8" name="T8"/>
          <p:cNvSpPr txBox="1"/>
          <p:nvPr/>
        </p:nvSpPr>
        <p:spPr>
          <a:xfrm>
            <a:off x="6650000" y="850000"/>
            <a:ext cx="5000000" cy="300000"/>
          </a:xfrm>
          <a:prstGeom prst="rect">
            <a:avLst/>
          </a:prstGeom>
          <a:noFill/>
        </p:spPr>
        <p:txBody>
          <a:bodyPr wrap="square" lIns="36576" tIns="36576" rIns="36576" bIns="36576" anchor="t">
            <a:spAutoFit/>
          </a:bodyPr>
          <a:lstStyle/>
          <a:p>
            <a:pPr algn="l"/>
            <a:r>
              <a:rPr lang="en-US" sz="1400" b="1">
                <a:solidFill>
                  <a:srgbClr val="4FC3F7"/>
                </a:solidFill>
                <a:latin typeface="Segoe UI"/>
              </a:rPr>
              <a:t>Sample Behavioral Event Output</a:t>
            </a:r>
          </a:p>
        </p:txBody>
      </p:sp>
      <p:sp>
        <p:nvSpPr>
          <p:cNvPr id="9" name="CodeInnerBg"/>
          <p:cNvSpPr/>
          <p:nvPr/>
        </p:nvSpPr>
        <p:spPr>
          <a:xfrm>
            <a:off x="6700000" y="1250000"/>
            <a:ext cx="4900000" cy="3200000"/>
          </a:xfrm>
          <a:prstGeom prst="roundRect">
            <a:avLst>
              <a:gd name="adj" fmla="val 3000"/>
            </a:avLst>
          </a:prstGeom>
          <a:solidFill>
            <a:srgbClr val="080F1A"/>
          </a:solidFill>
          <a:ln w="15240">
            <a:solidFill>
              <a:srgbClr val="1A3A5C"/>
            </a:solidFill>
          </a:ln>
        </p:spPr>
        <p:txBody>
          <a:bodyPr rtlCol="0" anchor="ctr"/>
          <a:lstStyle/>
          <a:p>
            <a:pPr algn="ctr"/>
            <a:endParaRPr/>
          </a:p>
        </p:txBody>
      </p:sp>
      <p:sp>
        <p:nvSpPr>
          <p:cNvPr id="10" name="CodeText"/>
          <p:cNvSpPr txBox="1"/>
          <p:nvPr/>
        </p:nvSpPr>
        <p:spPr>
          <a:xfrm>
            <a:off x="6850000" y="1400000"/>
            <a:ext cx="4600000" cy="2900000"/>
          </a:xfrm>
          <a:prstGeom prst="rect">
            <a:avLst/>
          </a:prstGeom>
          <a:noFill/>
        </p:spPr>
        <p:txBody>
          <a:bodyPr wrap="square" lIns="73152" tIns="73152" rIns="73152" bIns="73152" anchor="t">
            <a:spAutoFit/>
          </a:bodyPr>
          <a:lstStyle/>
          <a:p>
            <a:pPr algn="l">
              <a:lnSpc>
                <a:spcPts val="2200"/>
              </a:lnSpc>
            </a:pPr>
            <a:r>
              <a:rPr lang="en-US" sz="1200">
                <a:solidFill>
                  <a:srgbClr val="8899AA"/>
                </a:solidFill>
                <a:latin typeface="Consolas"/>
              </a:rPr>
              <a:t>{</a:t>
            </a:r>
          </a:p>
          <a:p>
            <a:pPr algn="l">
              <a:lnSpc>
                <a:spcPts val="2200"/>
              </a:lnSpc>
            </a:pPr>
            <a:r>
              <a:rPr lang="en-US" sz="1200">
                <a:solidFill>
                  <a:srgbClr val="8899AA"/>
                </a:solidFill>
                <a:latin typeface="Consolas"/>
              </a:rPr>
              <a:t>  "event": </a:t>
            </a:r>
            <a:r>
              <a:rPr lang="en-US" sz="1200" b="1">
                <a:solidFill>
                  <a:srgbClr val="FF6B6B"/>
                </a:solidFill>
                <a:latin typeface="Consolas"/>
              </a:rPr>
              <a:t>"FALL_DETECTED"</a:t>
            </a:r>
            <a:r>
              <a:rPr lang="en-US" sz="1200">
                <a:solidFill>
                  <a:srgbClr val="8899AA"/>
                </a:solidFill>
                <a:latin typeface="Consolas"/>
              </a:rPr>
              <a:t>,</a:t>
            </a:r>
          </a:p>
          <a:p>
            <a:pPr algn="l">
              <a:lnSpc>
                <a:spcPts val="2200"/>
              </a:lnSpc>
            </a:pPr>
            <a:r>
              <a:rPr lang="en-US" sz="1200">
                <a:solidFill>
                  <a:srgbClr val="8899AA"/>
                </a:solidFill>
                <a:latin typeface="Consolas"/>
              </a:rPr>
              <a:t>  "confidence": </a:t>
            </a:r>
            <a:r>
              <a:rPr lang="en-US" sz="1200" b="1">
                <a:solidFill>
                  <a:srgbClr val="4FC3F7"/>
                </a:solidFill>
                <a:latin typeface="Consolas"/>
              </a:rPr>
              <a:t>0.91</a:t>
            </a:r>
            <a:r>
              <a:rPr lang="en-US" sz="1200">
                <a:solidFill>
                  <a:srgbClr val="8899AA"/>
                </a:solidFill>
                <a:latin typeface="Consolas"/>
              </a:rPr>
              <a:t>,</a:t>
            </a:r>
          </a:p>
          <a:p>
            <a:pPr algn="l">
              <a:lnSpc>
                <a:spcPts val="2200"/>
              </a:lnSpc>
            </a:pPr>
            <a:r>
              <a:rPr lang="en-US" sz="1200">
                <a:solidFill>
                  <a:srgbClr val="8899AA"/>
                </a:solidFill>
                <a:latin typeface="Consolas"/>
              </a:rPr>
              <a:t>  "camera_id": </a:t>
            </a:r>
            <a:r>
              <a:rPr lang="en-US" sz="1200" b="1">
                <a:solidFill>
                  <a:srgbClr val="26A69A"/>
                </a:solidFill>
                <a:latin typeface="Consolas"/>
              </a:rPr>
              <a:t>"bedroom_1"</a:t>
            </a:r>
            <a:r>
              <a:rPr lang="en-US" sz="1200">
                <a:solidFill>
                  <a:srgbClr val="8899AA"/>
                </a:solidFill>
                <a:latin typeface="Consolas"/>
              </a:rPr>
              <a:t>,</a:t>
            </a:r>
          </a:p>
          <a:p>
            <a:pPr algn="l">
              <a:lnSpc>
                <a:spcPts val="2200"/>
              </a:lnSpc>
            </a:pPr>
            <a:r>
              <a:rPr lang="en-US" sz="1200">
                <a:solidFill>
                  <a:srgbClr val="8899AA"/>
                </a:solidFill>
                <a:latin typeface="Consolas"/>
              </a:rPr>
              <a:t>  "pose_confidence": </a:t>
            </a:r>
            <a:r>
              <a:rPr lang="en-US" sz="1200" b="1">
                <a:solidFill>
                  <a:srgbClr val="4FC3F7"/>
                </a:solidFill>
                <a:latin typeface="Consolas"/>
              </a:rPr>
              <a:t>0.88</a:t>
            </a:r>
            <a:r>
              <a:rPr lang="en-US" sz="1200">
                <a:solidFill>
                  <a:srgbClr val="8899AA"/>
                </a:solidFill>
                <a:latin typeface="Consolas"/>
              </a:rPr>
              <a:t>,</a:t>
            </a:r>
          </a:p>
          <a:p>
            <a:pPr algn="l">
              <a:lnSpc>
                <a:spcPts val="2200"/>
              </a:lnSpc>
            </a:pPr>
            <a:r>
              <a:rPr lang="en-US" sz="1200">
                <a:solidFill>
                  <a:srgbClr val="8899AA"/>
                </a:solidFill>
                <a:latin typeface="Consolas"/>
              </a:rPr>
              <a:t>  "post_fall_inactivity_seconds": </a:t>
            </a:r>
            <a:r>
              <a:rPr lang="en-US" sz="1200" b="1">
                <a:solidFill>
                  <a:srgbClr val="FFB81C"/>
                </a:solidFill>
                <a:latin typeface="Consolas"/>
              </a:rPr>
              <a:t>45</a:t>
            </a:r>
            <a:r>
              <a:rPr lang="en-US" sz="1200">
                <a:solidFill>
                  <a:srgbClr val="8899AA"/>
                </a:solidFill>
                <a:latin typeface="Consolas"/>
              </a:rPr>
              <a:t>,</a:t>
            </a:r>
          </a:p>
          <a:p>
            <a:pPr algn="l">
              <a:lnSpc>
                <a:spcPts val="2200"/>
              </a:lnSpc>
            </a:pPr>
            <a:r>
              <a:rPr lang="en-US" sz="1200">
                <a:solidFill>
                  <a:srgbClr val="8899AA"/>
                </a:solidFill>
                <a:latin typeface="Consolas"/>
              </a:rPr>
              <a:t>  "timestamp": </a:t>
            </a:r>
            <a:r>
              <a:rPr lang="en-US" sz="1200" b="1">
                <a:solidFill>
                  <a:srgbClr val="26A69A"/>
                </a:solidFill>
                <a:latin typeface="Consolas"/>
              </a:rPr>
              <a:t>"2026-03-01T02:15:30Z"</a:t>
            </a:r>
          </a:p>
          <a:p>
            <a:pPr algn="l">
              <a:lnSpc>
                <a:spcPts val="2200"/>
              </a:lnSpc>
            </a:pPr>
            <a:r>
              <a:rPr lang="en-US" sz="1200">
                <a:solidFill>
                  <a:srgbClr val="8899AA"/>
                </a:solidFill>
                <a:latin typeface="Consolas"/>
              </a:rPr>
              <a:t>}</a:t>
            </a:r>
          </a:p>
        </p:txBody>
      </p:sp>
      <p:sp>
        <p:nvSpPr>
          <p:cNvPr id="11" name="T11"/>
          <p:cNvSpPr txBox="1"/>
          <p:nvPr/>
        </p:nvSpPr>
        <p:spPr>
          <a:xfrm>
            <a:off x="6700000" y="4600000"/>
            <a:ext cx="4900000" cy="600000"/>
          </a:xfrm>
          <a:prstGeom prst="rect">
            <a:avLst/>
          </a:prstGeom>
          <a:noFill/>
        </p:spPr>
        <p:txBody>
          <a:bodyPr wrap="square" lIns="36576" tIns="36576" rIns="36576" bIns="36576" anchor="t">
            <a:spAutoFit/>
          </a:bodyPr>
          <a:lstStyle/>
          <a:p>
            <a:pPr algn="l"/>
            <a:r>
              <a:rPr lang="en-US" sz="1000" i="1">
                <a:solidFill>
                  <a:srgbClr val="8899AA"/>
                </a:solidFill>
                <a:latin typeface="Segoe UI"/>
              </a:rPr>
              <a:t>Structured event — no pixels, no video frames, no PII. Just behavioral signals the AI layer needs.</a:t>
            </a:r>
          </a:p>
        </p:txBody>
      </p:sp>
      <p:sp>
        <p:nvSpPr>
          <p:cNvPr id="12" name="HighlightBox"/>
          <p:cNvSpPr/>
          <p:nvPr/>
        </p:nvSpPr>
        <p:spPr>
          <a:xfrm>
            <a:off x="6700000" y="5300000"/>
            <a:ext cx="4900000" cy="500000"/>
          </a:xfrm>
          <a:prstGeom prst="roundRect">
            <a:avLst>
              <a:gd name="adj" fmla="val 3000"/>
            </a:avLst>
          </a:prstGeom>
          <a:solidFill>
            <a:srgbClr val="18354F"/>
          </a:solidFill>
          <a:ln w="15240">
            <a:solidFill>
              <a:srgbClr val="FF6B6B"/>
            </a:solidFill>
          </a:ln>
        </p:spPr>
        <p:txBody>
          <a:bodyPr rtlCol="0" anchor="ctr"/>
          <a:lstStyle/>
          <a:p>
            <a:pPr algn="ctr"/>
            <a:endParaRPr/>
          </a:p>
        </p:txBody>
      </p:sp>
      <p:sp>
        <p:nvSpPr>
          <p:cNvPr id="13" name="T13"/>
          <p:cNvSpPr txBox="1"/>
          <p:nvPr/>
        </p:nvSpPr>
        <p:spPr>
          <a:xfrm>
            <a:off x="6800000" y="5320000"/>
            <a:ext cx="4700000" cy="460000"/>
          </a:xfrm>
          <a:prstGeom prst="rect">
            <a:avLst/>
          </a:prstGeom>
          <a:noFill/>
        </p:spPr>
        <p:txBody>
          <a:bodyPr wrap="square" lIns="36576" tIns="36576" rIns="36576" bIns="36576" anchor="t">
            <a:spAutoFit/>
          </a:bodyPr>
          <a:lstStyle/>
          <a:p>
            <a:pPr algn="ctr"/>
            <a:r>
              <a:rPr lang="en-US" sz="1050" b="1">
                <a:solidFill>
                  <a:srgbClr val="E0E0E0"/>
                </a:solidFill>
                <a:latin typeface="Segoe UI"/>
              </a:rPr>
              <a:t>Key: event type + confidence + context = actionable signal for the Intent Engine</a:t>
            </a:r>
          </a:p>
        </p:txBody>
      </p:sp>
      <p:sp>
        <p:nvSpPr>
          <p:cNvPr id="14" name="BannerBg"/>
          <p:cNvSpPr/>
          <p:nvPr/>
        </p:nvSpPr>
        <p:spPr>
          <a:xfrm>
            <a:off x="400000" y="6200000"/>
            <a:ext cx="11400000" cy="420000"/>
          </a:xfrm>
          <a:prstGeom prst="roundRect">
            <a:avLst>
              <a:gd name="adj" fmla="val 3000"/>
            </a:avLst>
          </a:prstGeom>
          <a:solidFill>
            <a:srgbClr val="00695C"/>
          </a:solidFill>
          <a:ln w="15240">
            <a:solidFill>
              <a:srgbClr val="00695C"/>
            </a:solidFill>
          </a:ln>
        </p:spPr>
        <p:txBody>
          <a:bodyPr rtlCol="0" anchor="ctr"/>
          <a:lstStyle/>
          <a:p>
            <a:pPr algn="ctr"/>
            <a:endParaRPr/>
          </a:p>
        </p:txBody>
      </p:sp>
      <p:sp>
        <p:nvSpPr>
          <p:cNvPr id="15" name="T15"/>
          <p:cNvSpPr txBox="1"/>
          <p:nvPr/>
        </p:nvSpPr>
        <p:spPr>
          <a:xfrm>
            <a:off x="500000" y="6200000"/>
            <a:ext cx="11200000" cy="420000"/>
          </a:xfrm>
          <a:prstGeom prst="rect">
            <a:avLst/>
          </a:prstGeom>
          <a:noFill/>
        </p:spPr>
        <p:txBody>
          <a:bodyPr wrap="square" lIns="36576" tIns="36576" rIns="36576" bIns="36576" anchor="t">
            <a:spAutoFit/>
          </a:bodyPr>
          <a:lstStyle/>
          <a:p>
            <a:pPr algn="ctr"/>
            <a:r>
              <a:rPr lang="en-US" sz="1200" b="1">
                <a:solidFill>
                  <a:srgbClr val="FFFFFF"/>
                </a:solidFill>
                <a:latin typeface="Segoe UI"/>
              </a:rPr>
              <a:t>All downstream AI operates on structured behavioral events, never raw video.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itle"/>
          <p:cNvSpPr txBox="1"/>
          <p:nvPr/>
        </p:nvSpPr>
        <p:spPr>
          <a:xfrm>
            <a:off x="400000" y="120000"/>
            <a:ext cx="11400000" cy="500000"/>
          </a:xfrm>
          <a:prstGeom prst="rect">
            <a:avLst/>
          </a:prstGeom>
          <a:noFill/>
        </p:spPr>
        <p:txBody>
          <a:bodyPr wrap="square" lIns="36576" tIns="36576" rIns="36576" bIns="36576" anchor="t">
            <a:spAutoFit/>
          </a:bodyPr>
          <a:lstStyle/>
          <a:p>
            <a:pPr algn="l"/>
            <a:r>
              <a:rPr lang="en-US" sz="2800" b="1">
                <a:solidFill>
                  <a:srgbClr val="FFFFFF"/>
                </a:solidFill>
                <a:latin typeface="Trebuchet MS"/>
              </a:rPr>
              <a:t>Intent Engine: AI Reasoning and Decision Making</a:t>
            </a:r>
          </a:p>
        </p:txBody>
      </p:sp>
      <p:sp>
        <p:nvSpPr>
          <p:cNvPr id="3" name="LeftBg"/>
          <p:cNvSpPr/>
          <p:nvPr/>
        </p:nvSpPr>
        <p:spPr>
          <a:xfrm>
            <a:off x="400000" y="750000"/>
            <a:ext cx="5800000" cy="5200000"/>
          </a:xfrm>
          <a:prstGeom prst="roundRect">
            <a:avLst>
              <a:gd name="adj" fmla="val 3000"/>
            </a:avLst>
          </a:prstGeom>
          <a:solidFill>
            <a:srgbClr val="112A3A"/>
          </a:solidFill>
          <a:ln w="15240">
            <a:solidFill>
              <a:srgbClr val="1B6B93"/>
            </a:solidFill>
          </a:ln>
        </p:spPr>
        <p:txBody>
          <a:bodyPr rtlCol="0" anchor="ctr"/>
          <a:lstStyle/>
          <a:p>
            <a:pPr algn="ctr"/>
            <a:endParaRPr/>
          </a:p>
        </p:txBody>
      </p:sp>
      <p:sp>
        <p:nvSpPr>
          <p:cNvPr id="4" name="LeftTitle"/>
          <p:cNvSpPr txBox="1"/>
          <p:nvPr/>
        </p:nvSpPr>
        <p:spPr>
          <a:xfrm>
            <a:off x="550000" y="850000"/>
            <a:ext cx="5500000" cy="350865"/>
          </a:xfrm>
          <a:prstGeom prst="rect">
            <a:avLst/>
          </a:prstGeom>
          <a:noFill/>
        </p:spPr>
        <p:txBody>
          <a:bodyPr wrap="square" lIns="36576" tIns="36576" rIns="36576" bIns="36576" anchor="t">
            <a:spAutoFit/>
          </a:bodyPr>
          <a:lstStyle/>
          <a:p>
            <a:pPr algn="l"/>
            <a:r>
              <a:rPr lang="en-US" sz="1800" b="1">
                <a:solidFill>
                  <a:srgbClr val="4FC3F7"/>
                </a:solidFill>
                <a:latin typeface="Segoe UI"/>
              </a:rPr>
              <a:t>Making Sense of Behavioral Signals</a:t>
            </a:r>
          </a:p>
        </p:txBody>
      </p:sp>
      <p:sp>
        <p:nvSpPr>
          <p:cNvPr id="5" name="Bullets"/>
          <p:cNvSpPr txBox="1"/>
          <p:nvPr/>
        </p:nvSpPr>
        <p:spPr>
          <a:xfrm>
            <a:off x="600000" y="1230000"/>
            <a:ext cx="5400000" cy="1891543"/>
          </a:xfrm>
          <a:prstGeom prst="rect">
            <a:avLst/>
          </a:prstGeom>
          <a:noFill/>
        </p:spPr>
        <p:txBody>
          <a:bodyPr wrap="square" lIns="36576" tIns="36576" rIns="36576" bIns="36576" anchor="t">
            <a:spAutoFit/>
          </a:bodyPr>
          <a:lstStyle/>
          <a:p>
            <a:pPr marL="228600" indent="-228600" algn="l">
              <a:lnSpc>
                <a:spcPts val="1900"/>
              </a:lnSpc>
              <a:buClr>
                <a:srgbClr val="4FC3F7"/>
              </a:buClr>
              <a:buFont typeface="Arial"/>
              <a:buChar char="●"/>
            </a:pPr>
            <a:r>
              <a:rPr lang="en-US" sz="1100">
                <a:solidFill>
                  <a:srgbClr val="E0E0E0"/>
                </a:solidFill>
                <a:latin typeface="Segoe UI"/>
              </a:rPr>
              <a:t>Combines multiple inputs:</a:t>
            </a:r>
          </a:p>
          <a:p>
            <a:pPr marL="457200" indent="-228600" algn="l">
              <a:lnSpc>
                <a:spcPts val="1700"/>
              </a:lnSpc>
              <a:buClr>
                <a:srgbClr val="4FC3F7"/>
              </a:buClr>
              <a:buFont typeface="Arial"/>
              <a:buChar char="–"/>
            </a:pPr>
            <a:r>
              <a:rPr lang="en-US" sz="1000">
                <a:solidFill>
                  <a:srgbClr val="B0BEC5"/>
                </a:solidFill>
                <a:latin typeface="Segoe UI"/>
              </a:rPr>
              <a:t>Vision events (pose, movement, inactivity)</a:t>
            </a:r>
          </a:p>
          <a:p>
            <a:pPr marL="457200" indent="-228600" algn="l">
              <a:lnSpc>
                <a:spcPts val="1700"/>
              </a:lnSpc>
              <a:buClr>
                <a:srgbClr val="4FC3F7"/>
              </a:buClr>
              <a:buFont typeface="Arial"/>
              <a:buChar char="–"/>
            </a:pPr>
            <a:r>
              <a:rPr lang="en-US" sz="1000">
                <a:solidFill>
                  <a:srgbClr val="B0BEC5"/>
                </a:solidFill>
                <a:latin typeface="Segoe UI"/>
              </a:rPr>
              <a:t>Behavioral Twin anomaly score</a:t>
            </a:r>
          </a:p>
          <a:p>
            <a:pPr marL="457200" indent="-228600" algn="l">
              <a:lnSpc>
                <a:spcPts val="1700"/>
              </a:lnSpc>
              <a:buClr>
                <a:srgbClr val="4FC3F7"/>
              </a:buClr>
              <a:buFont typeface="Arial"/>
              <a:buChar char="–"/>
            </a:pPr>
            <a:r>
              <a:rPr lang="en-US" sz="1000">
                <a:solidFill>
                  <a:srgbClr val="B0BEC5"/>
                </a:solidFill>
                <a:latin typeface="Segoe UI"/>
              </a:rPr>
              <a:t>Context (time of day, location)</a:t>
            </a:r>
          </a:p>
          <a:p>
            <a:pPr marL="457200" indent="-228600" algn="l">
              <a:lnSpc>
                <a:spcPts val="1700"/>
              </a:lnSpc>
              <a:buClr>
                <a:srgbClr val="4FC3F7"/>
              </a:buClr>
              <a:buFont typeface="Arial"/>
              <a:buChar char="–"/>
            </a:pPr>
            <a:r>
              <a:rPr lang="en-US" sz="1000">
                <a:solidFill>
                  <a:srgbClr val="B0BEC5"/>
                </a:solidFill>
                <a:latin typeface="Segoe UI"/>
              </a:rPr>
              <a:t>Optional health signals (heart rate, activity)</a:t>
            </a:r>
          </a:p>
          <a:p>
            <a:pPr marL="228600" indent="-228600" algn="l">
              <a:lnSpc>
                <a:spcPts val="1900"/>
              </a:lnSpc>
              <a:buClr>
                <a:srgbClr val="4FC3F7"/>
              </a:buClr>
              <a:buFont typeface="Arial"/>
              <a:buChar char="●"/>
            </a:pPr>
            <a:r>
              <a:rPr lang="en-US" sz="1100">
                <a:solidFill>
                  <a:srgbClr val="E0E0E0"/>
                </a:solidFill>
                <a:latin typeface="Segoe UI"/>
              </a:rPr>
              <a:t>Uses an AI reasoning engine to interpret context</a:t>
            </a:r>
          </a:p>
          <a:p>
            <a:pPr marL="228600" indent="-228600" algn="l">
              <a:lnSpc>
                <a:spcPts val="1900"/>
              </a:lnSpc>
              <a:buClr>
                <a:srgbClr val="4FC3F7"/>
              </a:buClr>
              <a:buFont typeface="Arial"/>
              <a:buChar char="●"/>
            </a:pPr>
            <a:r>
              <a:rPr lang="en-US" sz="1100">
                <a:solidFill>
                  <a:srgbClr val="E0E0E0"/>
                </a:solidFill>
                <a:latin typeface="Segoe UI"/>
              </a:rPr>
              <a:t>Distinguishes true risk from normal variation</a:t>
            </a:r>
          </a:p>
          <a:p>
            <a:pPr marL="228600" indent="-228600" algn="l">
              <a:lnSpc>
                <a:spcPts val="1900"/>
              </a:lnSpc>
              <a:buClr>
                <a:srgbClr val="4FC3F7"/>
              </a:buClr>
              <a:buFont typeface="Arial"/>
              <a:buChar char="●"/>
            </a:pPr>
            <a:r>
              <a:rPr lang="en-US" sz="1100">
                <a:solidFill>
                  <a:srgbClr val="E0E0E0"/>
                </a:solidFill>
                <a:latin typeface="Segoe UI"/>
              </a:rPr>
              <a:t>Produces explainable outputs for caregivers</a:t>
            </a:r>
          </a:p>
        </p:txBody>
      </p:sp>
      <p:sp>
        <p:nvSpPr>
          <p:cNvPr id="6" name="EmphasisLine"/>
          <p:cNvSpPr txBox="1">
            <a:spLocks/>
          </p:cNvSpPr>
          <p:nvPr/>
        </p:nvSpPr>
        <p:spPr>
          <a:xfrm>
            <a:off x="600000" y="3900000"/>
            <a:ext cx="5400000" cy="400000"/>
          </a:xfrm>
          <a:prstGeom prst="rect">
            <a:avLst/>
          </a:prstGeom>
          <a:noFill/>
        </p:spPr>
        <p:txBody>
          <a:bodyPr wrap="square" lIns="36576" tIns="36576" rIns="36576" bIns="36576" anchor="t">
            <a:spAutoFit/>
          </a:bodyPr>
          <a:lstStyle/>
          <a:p>
            <a:pPr algn="l"/>
            <a:r>
              <a:rPr lang="en-US" sz="1600" b="1" i="1">
                <a:solidFill>
                  <a:srgbClr val="26A69A"/>
                </a:solidFill>
                <a:latin typeface="Segoe UI"/>
              </a:rPr>
              <a:t>From signals → to meaning → to action</a:t>
            </a:r>
          </a:p>
        </p:txBody>
      </p:sp>
      <p:sp>
        <p:nvSpPr>
          <p:cNvPr id="7" name="CodeBg"/>
          <p:cNvSpPr>
            <a:spLocks/>
          </p:cNvSpPr>
          <p:nvPr/>
        </p:nvSpPr>
        <p:spPr>
          <a:xfrm>
            <a:off x="6500000" y="750000"/>
            <a:ext cx="5300000" cy="5200000"/>
          </a:xfrm>
          <a:prstGeom prst="roundRect">
            <a:avLst>
              <a:gd name="adj" fmla="val 3000"/>
            </a:avLst>
          </a:prstGeom>
          <a:solidFill>
            <a:srgbClr val="0D1B2A"/>
          </a:solidFill>
          <a:ln w="15240">
            <a:solidFill>
              <a:srgbClr val="1B6B93"/>
            </a:solidFill>
          </a:ln>
        </p:spPr>
        <p:txBody>
          <a:bodyPr rtlCol="0" anchor="ctr"/>
          <a:lstStyle/>
          <a:p>
            <a:pPr algn="ctr"/>
            <a:endParaRPr lang="en-US"/>
          </a:p>
        </p:txBody>
      </p:sp>
      <p:sp>
        <p:nvSpPr>
          <p:cNvPr id="8" name="CodeTitle"/>
          <p:cNvSpPr txBox="1"/>
          <p:nvPr/>
        </p:nvSpPr>
        <p:spPr>
          <a:xfrm>
            <a:off x="6650000" y="850000"/>
            <a:ext cx="5000000" cy="300000"/>
          </a:xfrm>
          <a:prstGeom prst="rect">
            <a:avLst/>
          </a:prstGeom>
          <a:noFill/>
        </p:spPr>
        <p:txBody>
          <a:bodyPr wrap="square" lIns="36576" tIns="36576" rIns="36576" bIns="36576" anchor="t">
            <a:spAutoFit/>
          </a:bodyPr>
          <a:lstStyle/>
          <a:p>
            <a:pPr algn="l"/>
            <a:r>
              <a:rPr lang="en-US" sz="1400" b="1">
                <a:solidFill>
                  <a:srgbClr val="4FC3F7"/>
                </a:solidFill>
                <a:latin typeface="Segoe UI"/>
              </a:rPr>
              <a:t>AI Decision Output (VisionAgentOutput)</a:t>
            </a:r>
          </a:p>
        </p:txBody>
      </p:sp>
      <p:sp>
        <p:nvSpPr>
          <p:cNvPr id="9" name="CodeInnerBg"/>
          <p:cNvSpPr/>
          <p:nvPr/>
        </p:nvSpPr>
        <p:spPr>
          <a:xfrm>
            <a:off x="6700000" y="1250000"/>
            <a:ext cx="4900000" cy="3600000"/>
          </a:xfrm>
          <a:prstGeom prst="roundRect">
            <a:avLst>
              <a:gd name="adj" fmla="val 3000"/>
            </a:avLst>
          </a:prstGeom>
          <a:solidFill>
            <a:srgbClr val="080F1A"/>
          </a:solidFill>
          <a:ln w="15240">
            <a:solidFill>
              <a:srgbClr val="1A3A5C"/>
            </a:solidFill>
          </a:ln>
        </p:spPr>
        <p:txBody>
          <a:bodyPr rtlCol="0" anchor="ctr"/>
          <a:lstStyle/>
          <a:p>
            <a:pPr algn="ctr"/>
            <a:endParaRPr/>
          </a:p>
        </p:txBody>
      </p:sp>
      <p:sp>
        <p:nvSpPr>
          <p:cNvPr id="10" name="CodeText"/>
          <p:cNvSpPr txBox="1"/>
          <p:nvPr/>
        </p:nvSpPr>
        <p:spPr>
          <a:xfrm>
            <a:off x="6850000" y="1350000"/>
            <a:ext cx="4600000" cy="3454151"/>
          </a:xfrm>
          <a:prstGeom prst="rect">
            <a:avLst/>
          </a:prstGeom>
          <a:noFill/>
        </p:spPr>
        <p:txBody>
          <a:bodyPr wrap="square" lIns="73152" tIns="73152" rIns="73152" bIns="73152" anchor="t">
            <a:spAutoFit/>
          </a:bodyPr>
          <a:lstStyle/>
          <a:p>
            <a:pPr algn="l">
              <a:lnSpc>
                <a:spcPts val="2000"/>
              </a:lnSpc>
            </a:pPr>
            <a:r>
              <a:rPr lang="en-US" sz="1100">
                <a:solidFill>
                  <a:srgbClr val="8899AA"/>
                </a:solidFill>
                <a:latin typeface="Consolas"/>
              </a:rPr>
              <a:t>{</a:t>
            </a:r>
          </a:p>
          <a:p>
            <a:pPr algn="l">
              <a:lnSpc>
                <a:spcPts val="2000"/>
              </a:lnSpc>
            </a:pPr>
            <a:r>
              <a:rPr lang="en-US" sz="1100">
                <a:solidFill>
                  <a:srgbClr val="8899AA"/>
                </a:solidFill>
                <a:latin typeface="Consolas"/>
              </a:rPr>
              <a:t>  "severity": </a:t>
            </a:r>
            <a:r>
              <a:rPr lang="en-US" sz="1100" b="1">
                <a:solidFill>
                  <a:srgbClr val="FF6B6B"/>
                </a:solidFill>
                <a:latin typeface="Consolas"/>
              </a:rPr>
              <a:t>"HIGH_RISK"</a:t>
            </a:r>
            <a:r>
              <a:rPr lang="en-US" sz="1100">
                <a:solidFill>
                  <a:srgbClr val="8899AA"/>
                </a:solidFill>
                <a:latin typeface="Consolas"/>
              </a:rPr>
              <a:t>,</a:t>
            </a:r>
          </a:p>
          <a:p>
            <a:pPr algn="l">
              <a:lnSpc>
                <a:spcPts val="2000"/>
              </a:lnSpc>
            </a:pPr>
            <a:r>
              <a:rPr lang="en-US" sz="1100">
                <a:solidFill>
                  <a:srgbClr val="8899AA"/>
                </a:solidFill>
                <a:latin typeface="Consolas"/>
              </a:rPr>
              <a:t>  "confidence": </a:t>
            </a:r>
            <a:r>
              <a:rPr lang="en-US" sz="1100" b="1">
                <a:solidFill>
                  <a:srgbClr val="FFB81C"/>
                </a:solidFill>
                <a:latin typeface="Consolas"/>
              </a:rPr>
              <a:t>0.87</a:t>
            </a:r>
            <a:r>
              <a:rPr lang="en-US" sz="1100">
                <a:solidFill>
                  <a:srgbClr val="8899AA"/>
                </a:solidFill>
                <a:latin typeface="Consolas"/>
              </a:rPr>
              <a:t>,</a:t>
            </a:r>
          </a:p>
          <a:p>
            <a:pPr algn="l">
              <a:lnSpc>
                <a:spcPts val="2000"/>
              </a:lnSpc>
            </a:pPr>
            <a:r>
              <a:rPr lang="en-US" sz="1100">
                <a:solidFill>
                  <a:srgbClr val="8899AA"/>
                </a:solidFill>
                <a:latin typeface="Consolas"/>
              </a:rPr>
              <a:t>  "event_type": </a:t>
            </a:r>
            <a:r>
              <a:rPr lang="en-US" sz="1100" b="1">
                <a:solidFill>
                  <a:srgbClr val="FF6B6B"/>
                </a:solidFill>
                <a:latin typeface="Consolas"/>
              </a:rPr>
              <a:t>"SUSPECTED_FALL"</a:t>
            </a:r>
            <a:r>
              <a:rPr lang="en-US" sz="1100">
                <a:solidFill>
                  <a:srgbClr val="8899AA"/>
                </a:solidFill>
                <a:latin typeface="Consolas"/>
              </a:rPr>
              <a:t>,</a:t>
            </a:r>
          </a:p>
          <a:p>
            <a:pPr algn="l">
              <a:lnSpc>
                <a:spcPts val="2000"/>
              </a:lnSpc>
            </a:pPr>
            <a:r>
              <a:rPr lang="en-US" sz="1100">
                <a:solidFill>
                  <a:srgbClr val="8899AA"/>
                </a:solidFill>
                <a:latin typeface="Consolas"/>
              </a:rPr>
              <a:t>  "reasoning": </a:t>
            </a:r>
            <a:r>
              <a:rPr lang="en-US" sz="1100">
                <a:solidFill>
                  <a:srgbClr val="26A69A"/>
                </a:solidFill>
                <a:latin typeface="Consolas"/>
              </a:rPr>
              <a:t>"Person horizontal</a:t>
            </a:r>
          </a:p>
          <a:p>
            <a:pPr algn="l">
              <a:lnSpc>
                <a:spcPts val="2000"/>
              </a:lnSpc>
            </a:pPr>
            <a:r>
              <a:rPr lang="en-US" sz="1100">
                <a:solidFill>
                  <a:srgbClr val="26A69A"/>
                </a:solidFill>
                <a:latin typeface="Consolas"/>
              </a:rPr>
              <a:t>    for 45s post-movement spike.</a:t>
            </a:r>
          </a:p>
          <a:p>
            <a:pPr algn="l">
              <a:lnSpc>
                <a:spcPts val="2000"/>
              </a:lnSpc>
            </a:pPr>
            <a:r>
              <a:rPr lang="en-US" sz="1100">
                <a:solidFill>
                  <a:srgbClr val="26A69A"/>
                </a:solidFill>
                <a:latin typeface="Consolas"/>
              </a:rPr>
              <a:t>    Heart rate elevated.</a:t>
            </a:r>
          </a:p>
          <a:p>
            <a:pPr algn="l">
              <a:lnSpc>
                <a:spcPts val="2000"/>
              </a:lnSpc>
            </a:pPr>
            <a:r>
              <a:rPr lang="en-US" sz="1100">
                <a:solidFill>
                  <a:srgbClr val="26A69A"/>
                </a:solidFill>
                <a:latin typeface="Consolas"/>
              </a:rPr>
              <a:t>    No manual distress signal.</a:t>
            </a:r>
          </a:p>
          <a:p>
            <a:pPr algn="l">
              <a:lnSpc>
                <a:spcPts val="2000"/>
              </a:lnSpc>
            </a:pPr>
            <a:r>
              <a:rPr lang="en-US" sz="1100">
                <a:solidFill>
                  <a:srgbClr val="26A69A"/>
                </a:solidFill>
                <a:latin typeface="Consolas"/>
              </a:rPr>
              <a:t>    Behavioral deviation from</a:t>
            </a:r>
          </a:p>
          <a:p>
            <a:pPr algn="l">
              <a:lnSpc>
                <a:spcPts val="2000"/>
              </a:lnSpc>
            </a:pPr>
            <a:r>
              <a:rPr lang="en-US" sz="1100">
                <a:solidFill>
                  <a:srgbClr val="26A69A"/>
                </a:solidFill>
                <a:latin typeface="Consolas"/>
              </a:rPr>
              <a:t>    2AM routine."</a:t>
            </a:r>
            <a:r>
              <a:rPr lang="en-US" sz="1100">
                <a:solidFill>
                  <a:srgbClr val="8899AA"/>
                </a:solidFill>
                <a:latin typeface="Consolas"/>
              </a:rPr>
              <a:t>,</a:t>
            </a:r>
          </a:p>
          <a:p>
            <a:pPr algn="l">
              <a:lnSpc>
                <a:spcPts val="2000"/>
              </a:lnSpc>
            </a:pPr>
            <a:r>
              <a:rPr lang="en-US" sz="1100">
                <a:solidFill>
                  <a:srgbClr val="8899AA"/>
                </a:solidFill>
                <a:latin typeface="Consolas"/>
              </a:rPr>
              <a:t>  "recommended_action":</a:t>
            </a:r>
          </a:p>
          <a:p>
            <a:pPr algn="l">
              <a:lnSpc>
                <a:spcPts val="2000"/>
              </a:lnSpc>
            </a:pPr>
            <a:r>
              <a:rPr lang="en-US" sz="1100">
                <a:solidFill>
                  <a:srgbClr val="8899AA"/>
                </a:solidFill>
                <a:latin typeface="Consolas"/>
              </a:rPr>
              <a:t>    </a:t>
            </a:r>
            <a:r>
              <a:rPr lang="en-US" sz="1100" b="1">
                <a:solidFill>
                  <a:srgbClr val="4FC3F7"/>
                </a:solidFill>
                <a:latin typeface="Consolas"/>
              </a:rPr>
              <a:t>"voice_confirmation_then_escalate"</a:t>
            </a:r>
          </a:p>
          <a:p>
            <a:pPr algn="l">
              <a:lnSpc>
                <a:spcPts val="2000"/>
              </a:lnSpc>
            </a:pPr>
            <a:r>
              <a:rPr lang="en-US" sz="1100">
                <a:solidFill>
                  <a:srgbClr val="8899AA"/>
                </a:solidFill>
                <a:latin typeface="Consolas"/>
              </a:rPr>
              <a:t>}</a:t>
            </a:r>
          </a:p>
        </p:txBody>
      </p:sp>
      <p:sp>
        <p:nvSpPr>
          <p:cNvPr id="11" name="CodeNote"/>
          <p:cNvSpPr txBox="1"/>
          <p:nvPr/>
        </p:nvSpPr>
        <p:spPr>
          <a:xfrm>
            <a:off x="6700000" y="4950000"/>
            <a:ext cx="4900000" cy="227755"/>
          </a:xfrm>
          <a:prstGeom prst="rect">
            <a:avLst/>
          </a:prstGeom>
          <a:noFill/>
        </p:spPr>
        <p:txBody>
          <a:bodyPr wrap="square" lIns="36576" tIns="36576" rIns="36576" bIns="36576" anchor="t">
            <a:spAutoFit/>
          </a:bodyPr>
          <a:lstStyle/>
          <a:p>
            <a:pPr algn="l"/>
            <a:r>
              <a:rPr lang="en-US" sz="1000" i="1">
                <a:solidFill>
                  <a:srgbClr val="8899AA"/>
                </a:solidFill>
                <a:latin typeface="Segoe UI"/>
              </a:rPr>
              <a:t>Every decision includes human-readable reasoning — no black-box outputs.</a:t>
            </a:r>
          </a:p>
        </p:txBody>
      </p:sp>
      <p:sp>
        <p:nvSpPr>
          <p:cNvPr id="12" name="HighlightBox"/>
          <p:cNvSpPr/>
          <p:nvPr/>
        </p:nvSpPr>
        <p:spPr>
          <a:xfrm>
            <a:off x="6700000" y="5350000"/>
            <a:ext cx="4900000" cy="500000"/>
          </a:xfrm>
          <a:prstGeom prst="roundRect">
            <a:avLst>
              <a:gd name="adj" fmla="val 3000"/>
            </a:avLst>
          </a:prstGeom>
          <a:solidFill>
            <a:srgbClr val="18354F"/>
          </a:solidFill>
          <a:ln w="15240">
            <a:solidFill>
              <a:srgbClr val="FF6B6B"/>
            </a:solidFill>
          </a:ln>
        </p:spPr>
        <p:txBody>
          <a:bodyPr rtlCol="0" anchor="ctr"/>
          <a:lstStyle/>
          <a:p>
            <a:pPr algn="ctr"/>
            <a:endParaRPr/>
          </a:p>
        </p:txBody>
      </p:sp>
      <p:sp>
        <p:nvSpPr>
          <p:cNvPr id="13" name="HighlightText"/>
          <p:cNvSpPr txBox="1"/>
          <p:nvPr/>
        </p:nvSpPr>
        <p:spPr>
          <a:xfrm>
            <a:off x="6750000" y="5486122"/>
            <a:ext cx="4800000" cy="227755"/>
          </a:xfrm>
          <a:prstGeom prst="rect">
            <a:avLst/>
          </a:prstGeom>
          <a:noFill/>
        </p:spPr>
        <p:txBody>
          <a:bodyPr wrap="square" lIns="36576" tIns="36576" rIns="36576" bIns="36576" anchor="ctr">
            <a:spAutoFit/>
          </a:bodyPr>
          <a:lstStyle/>
          <a:p>
            <a:pPr algn="ctr"/>
            <a:r>
              <a:rPr lang="en-US" sz="1000" b="1">
                <a:solidFill>
                  <a:srgbClr val="E0E0E0"/>
                </a:solidFill>
                <a:latin typeface="Segoe UI"/>
              </a:rPr>
              <a:t>Severity + confidence + reasoning = explainable, actionable decisions</a:t>
            </a:r>
          </a:p>
        </p:txBody>
      </p:sp>
      <p:sp>
        <p:nvSpPr>
          <p:cNvPr id="14" name="BannerBg"/>
          <p:cNvSpPr/>
          <p:nvPr/>
        </p:nvSpPr>
        <p:spPr>
          <a:xfrm>
            <a:off x="400000" y="6200000"/>
            <a:ext cx="11400000" cy="420000"/>
          </a:xfrm>
          <a:prstGeom prst="roundRect">
            <a:avLst>
              <a:gd name="adj" fmla="val 3000"/>
            </a:avLst>
          </a:prstGeom>
          <a:solidFill>
            <a:srgbClr val="00695C"/>
          </a:solidFill>
          <a:ln w="15240">
            <a:solidFill>
              <a:srgbClr val="00695C"/>
            </a:solidFill>
          </a:ln>
        </p:spPr>
        <p:txBody>
          <a:bodyPr rtlCol="0" anchor="ctr"/>
          <a:lstStyle/>
          <a:p>
            <a:pPr algn="ctr"/>
            <a:endParaRPr/>
          </a:p>
        </p:txBody>
      </p:sp>
      <p:sp>
        <p:nvSpPr>
          <p:cNvPr id="15" name="BannerText"/>
          <p:cNvSpPr txBox="1"/>
          <p:nvPr/>
        </p:nvSpPr>
        <p:spPr>
          <a:xfrm>
            <a:off x="500000" y="6280734"/>
            <a:ext cx="11200000" cy="258532"/>
          </a:xfrm>
          <a:prstGeom prst="rect">
            <a:avLst/>
          </a:prstGeom>
          <a:noFill/>
        </p:spPr>
        <p:txBody>
          <a:bodyPr wrap="square" lIns="36576" tIns="36576" rIns="36576" bIns="36576" anchor="ctr">
            <a:spAutoFit/>
          </a:bodyPr>
          <a:lstStyle/>
          <a:p>
            <a:pPr algn="ctr"/>
            <a:r>
              <a:rPr lang="en-US" sz="1200" b="1">
                <a:solidFill>
                  <a:srgbClr val="FFFFFF"/>
                </a:solidFill>
                <a:latin typeface="Segoe UI"/>
              </a:rPr>
              <a:t>AI reasoning transforms anomalies into actionable, explainable decisions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8046720" cy="640080"/>
          </a:xfrm>
          <a:prstGeom prst="rect">
            <a:avLst/>
          </a:prstGeom>
          <a:noFill/>
        </p:spPr>
        <p:txBody>
          <a:bodyPr wrap="square" lIns="73152" tIns="73152" rIns="73152" bIns="73152" anchor="t">
            <a:spAutoFit/>
          </a:bodyPr>
          <a:lstStyle/>
          <a:p>
            <a:pPr algn="l"/>
            <a:r>
              <a:rPr sz="3000" b="1">
                <a:solidFill>
                  <a:srgbClr val="FFFFFF"/>
                </a:solidFill>
                <a:latin typeface="Segoe UI Semibold"/>
              </a:rPr>
              <a:t>Live Risk Detection Scenarios</a:t>
            </a:r>
          </a:p>
        </p:txBody>
      </p:sp>
      <p:sp>
        <p:nvSpPr>
          <p:cNvPr id="3" name="Rounded Rectangle 2"/>
          <p:cNvSpPr/>
          <p:nvPr/>
        </p:nvSpPr>
        <p:spPr>
          <a:xfrm>
            <a:off x="731520" y="1463040"/>
            <a:ext cx="4709160" cy="1691640"/>
          </a:xfrm>
          <a:prstGeom prst="roundRect">
            <a:avLst/>
          </a:prstGeom>
          <a:solidFill>
            <a:srgbClr val="18354F"/>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87552" y="1755648"/>
            <a:ext cx="603504" cy="603504"/>
          </a:xfrm>
          <a:prstGeom prst="ellipse">
            <a:avLst/>
          </a:prstGeom>
          <a:solidFill>
            <a:srgbClr val="28A745"/>
          </a:solidFill>
          <a:ln>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87552" y="1785823"/>
            <a:ext cx="603504" cy="482803"/>
          </a:xfrm>
          <a:prstGeom prst="rect">
            <a:avLst/>
          </a:prstGeom>
          <a:noFill/>
        </p:spPr>
        <p:txBody>
          <a:bodyPr wrap="square" lIns="73152" tIns="73152" rIns="73152" bIns="73152" anchor="ctr">
            <a:spAutoFit/>
          </a:bodyPr>
          <a:lstStyle/>
          <a:p>
            <a:pPr algn="ctr"/>
            <a:r>
              <a:rPr sz="2200" b="1">
                <a:solidFill>
                  <a:srgbClr val="FFFFFF"/>
                </a:solidFill>
                <a:latin typeface="Segoe UI Semibold"/>
              </a:rPr>
              <a:t>R</a:t>
            </a:r>
          </a:p>
        </p:txBody>
      </p:sp>
      <p:sp>
        <p:nvSpPr>
          <p:cNvPr id="6" name="TextBox 5"/>
          <p:cNvSpPr txBox="1"/>
          <p:nvPr/>
        </p:nvSpPr>
        <p:spPr>
          <a:xfrm>
            <a:off x="1691640" y="1764792"/>
            <a:ext cx="2011680" cy="329184"/>
          </a:xfrm>
          <a:prstGeom prst="rect">
            <a:avLst/>
          </a:prstGeom>
          <a:noFill/>
        </p:spPr>
        <p:txBody>
          <a:bodyPr wrap="square" lIns="73152" tIns="73152" rIns="73152" bIns="73152" anchor="t">
            <a:spAutoFit/>
          </a:bodyPr>
          <a:lstStyle/>
          <a:p>
            <a:pPr algn="l"/>
            <a:r>
              <a:rPr sz="2400" b="1">
                <a:solidFill>
                  <a:srgbClr val="FFFFFF"/>
                </a:solidFill>
                <a:latin typeface="Segoe UI Semibold"/>
              </a:rPr>
              <a:t>Routine</a:t>
            </a:r>
          </a:p>
        </p:txBody>
      </p:sp>
      <p:sp>
        <p:nvSpPr>
          <p:cNvPr id="7" name="TextBox 6"/>
          <p:cNvSpPr txBox="1"/>
          <p:nvPr/>
        </p:nvSpPr>
        <p:spPr>
          <a:xfrm>
            <a:off x="1691640" y="2212848"/>
            <a:ext cx="2423160" cy="457200"/>
          </a:xfrm>
          <a:prstGeom prst="rect">
            <a:avLst/>
          </a:prstGeom>
          <a:noFill/>
        </p:spPr>
        <p:txBody>
          <a:bodyPr wrap="square" lIns="73152" tIns="73152" rIns="73152" bIns="73152" anchor="t">
            <a:spAutoFit/>
          </a:bodyPr>
          <a:lstStyle/>
          <a:p>
            <a:pPr algn="l"/>
            <a:r>
              <a:rPr sz="1600" b="0">
                <a:solidFill>
                  <a:srgbClr val="C6D3DF"/>
                </a:solidFill>
                <a:latin typeface="Segoe UI"/>
              </a:rPr>
              <a:t>Normal transitions
Expected timing</a:t>
            </a:r>
          </a:p>
        </p:txBody>
      </p:sp>
      <p:sp>
        <p:nvSpPr>
          <p:cNvPr id="8" name="Rounded Rectangle 7"/>
          <p:cNvSpPr/>
          <p:nvPr/>
        </p:nvSpPr>
        <p:spPr>
          <a:xfrm>
            <a:off x="3886200" y="2651760"/>
            <a:ext cx="1143000" cy="320040"/>
          </a:xfrm>
          <a:prstGeom prst="roundRect">
            <a:avLst/>
          </a:prstGeom>
          <a:solidFill>
            <a:srgbClr val="28A745"/>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04488" y="2715768"/>
            <a:ext cx="1097280" cy="182880"/>
          </a:xfrm>
          <a:prstGeom prst="rect">
            <a:avLst/>
          </a:prstGeom>
          <a:noFill/>
        </p:spPr>
        <p:txBody>
          <a:bodyPr wrap="square" lIns="73152" tIns="73152" rIns="73152" bIns="73152" anchor="t">
            <a:spAutoFit/>
          </a:bodyPr>
          <a:lstStyle/>
          <a:p>
            <a:pPr algn="ctr"/>
            <a:r>
              <a:rPr sz="1000" b="1">
                <a:solidFill>
                  <a:srgbClr val="FFFFFF"/>
                </a:solidFill>
                <a:latin typeface="Segoe UI"/>
              </a:rPr>
              <a:t>NORMAL</a:t>
            </a:r>
          </a:p>
        </p:txBody>
      </p:sp>
      <p:sp>
        <p:nvSpPr>
          <p:cNvPr id="10" name="Rounded Rectangle 9"/>
          <p:cNvSpPr/>
          <p:nvPr/>
        </p:nvSpPr>
        <p:spPr>
          <a:xfrm>
            <a:off x="6309360" y="1463040"/>
            <a:ext cx="4709160" cy="1691640"/>
          </a:xfrm>
          <a:prstGeom prst="roundRect">
            <a:avLst/>
          </a:prstGeom>
          <a:solidFill>
            <a:srgbClr val="18354F"/>
          </a:solidFill>
          <a:ln w="254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565392" y="1755648"/>
            <a:ext cx="603504" cy="603504"/>
          </a:xfrm>
          <a:prstGeom prst="ellipse">
            <a:avLst/>
          </a:prstGeom>
          <a:solidFill>
            <a:srgbClr val="DC3545"/>
          </a:solidFill>
          <a:ln>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65392" y="1785823"/>
            <a:ext cx="603504" cy="482803"/>
          </a:xfrm>
          <a:prstGeom prst="rect">
            <a:avLst/>
          </a:prstGeom>
          <a:noFill/>
        </p:spPr>
        <p:txBody>
          <a:bodyPr wrap="square" lIns="73152" tIns="73152" rIns="73152" bIns="73152" anchor="ctr">
            <a:spAutoFit/>
          </a:bodyPr>
          <a:lstStyle/>
          <a:p>
            <a:pPr algn="ctr"/>
            <a:r>
              <a:rPr sz="2200" b="1">
                <a:solidFill>
                  <a:srgbClr val="FFFFFF"/>
                </a:solidFill>
                <a:latin typeface="Segoe UI Semibold"/>
              </a:rPr>
              <a:t>F</a:t>
            </a:r>
          </a:p>
        </p:txBody>
      </p:sp>
      <p:sp>
        <p:nvSpPr>
          <p:cNvPr id="13" name="TextBox 12"/>
          <p:cNvSpPr txBox="1"/>
          <p:nvPr/>
        </p:nvSpPr>
        <p:spPr>
          <a:xfrm>
            <a:off x="7269480" y="1764792"/>
            <a:ext cx="2011680" cy="329184"/>
          </a:xfrm>
          <a:prstGeom prst="rect">
            <a:avLst/>
          </a:prstGeom>
          <a:noFill/>
        </p:spPr>
        <p:txBody>
          <a:bodyPr wrap="square" lIns="73152" tIns="73152" rIns="73152" bIns="73152" anchor="t">
            <a:spAutoFit/>
          </a:bodyPr>
          <a:lstStyle/>
          <a:p>
            <a:pPr algn="l"/>
            <a:r>
              <a:rPr sz="2400" b="1">
                <a:solidFill>
                  <a:srgbClr val="FFFFFF"/>
                </a:solidFill>
                <a:latin typeface="Segoe UI Semibold"/>
              </a:rPr>
              <a:t>Fall</a:t>
            </a:r>
          </a:p>
        </p:txBody>
      </p:sp>
      <p:sp>
        <p:nvSpPr>
          <p:cNvPr id="14" name="TextBox 13"/>
          <p:cNvSpPr txBox="1"/>
          <p:nvPr/>
        </p:nvSpPr>
        <p:spPr>
          <a:xfrm>
            <a:off x="7269480" y="2212848"/>
            <a:ext cx="2423160" cy="457200"/>
          </a:xfrm>
          <a:prstGeom prst="rect">
            <a:avLst/>
          </a:prstGeom>
          <a:noFill/>
        </p:spPr>
        <p:txBody>
          <a:bodyPr wrap="square" lIns="73152" tIns="73152" rIns="73152" bIns="73152" anchor="t">
            <a:spAutoFit/>
          </a:bodyPr>
          <a:lstStyle/>
          <a:p>
            <a:pPr algn="l"/>
            <a:r>
              <a:rPr sz="1600" b="0">
                <a:solidFill>
                  <a:srgbClr val="C6D3DF"/>
                </a:solidFill>
                <a:latin typeface="Segoe UI"/>
              </a:rPr>
              <a:t>Movement spike
No recovery</a:t>
            </a:r>
          </a:p>
        </p:txBody>
      </p:sp>
      <p:sp>
        <p:nvSpPr>
          <p:cNvPr id="15" name="Rounded Rectangle 14"/>
          <p:cNvSpPr/>
          <p:nvPr/>
        </p:nvSpPr>
        <p:spPr>
          <a:xfrm>
            <a:off x="9464040" y="2651760"/>
            <a:ext cx="1143000" cy="320040"/>
          </a:xfrm>
          <a:prstGeom prst="roundRect">
            <a:avLst/>
          </a:prstGeom>
          <a:solidFill>
            <a:srgbClr val="DC3545"/>
          </a:solidFill>
          <a:ln w="127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82328" y="2715768"/>
            <a:ext cx="1097280" cy="182880"/>
          </a:xfrm>
          <a:prstGeom prst="rect">
            <a:avLst/>
          </a:prstGeom>
          <a:noFill/>
        </p:spPr>
        <p:txBody>
          <a:bodyPr wrap="square" lIns="73152" tIns="73152" rIns="73152" bIns="73152" anchor="t">
            <a:spAutoFit/>
          </a:bodyPr>
          <a:lstStyle/>
          <a:p>
            <a:pPr algn="ctr"/>
            <a:r>
              <a:rPr sz="1000" b="1">
                <a:solidFill>
                  <a:srgbClr val="FFFFFF"/>
                </a:solidFill>
                <a:latin typeface="Segoe UI"/>
              </a:rPr>
              <a:t>EMERGENCY</a:t>
            </a:r>
          </a:p>
        </p:txBody>
      </p:sp>
      <p:sp>
        <p:nvSpPr>
          <p:cNvPr id="17" name="Rounded Rectangle 16"/>
          <p:cNvSpPr/>
          <p:nvPr/>
        </p:nvSpPr>
        <p:spPr>
          <a:xfrm>
            <a:off x="731520" y="3657600"/>
            <a:ext cx="4709160" cy="1691640"/>
          </a:xfrm>
          <a:prstGeom prst="roundRect">
            <a:avLst/>
          </a:prstGeom>
          <a:solidFill>
            <a:srgbClr val="18354F"/>
          </a:solidFill>
          <a:ln w="254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87552" y="3950208"/>
            <a:ext cx="603504" cy="603504"/>
          </a:xfrm>
          <a:prstGeom prst="ellipse">
            <a:avLst/>
          </a:prstGeom>
          <a:solidFill>
            <a:srgbClr val="FFC107"/>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7552" y="3980383"/>
            <a:ext cx="603504" cy="482803"/>
          </a:xfrm>
          <a:prstGeom prst="rect">
            <a:avLst/>
          </a:prstGeom>
          <a:noFill/>
        </p:spPr>
        <p:txBody>
          <a:bodyPr wrap="square" lIns="73152" tIns="73152" rIns="73152" bIns="73152" anchor="ctr">
            <a:spAutoFit/>
          </a:bodyPr>
          <a:lstStyle/>
          <a:p>
            <a:pPr algn="ctr"/>
            <a:r>
              <a:rPr sz="2200" b="1">
                <a:solidFill>
                  <a:srgbClr val="FFFFFF"/>
                </a:solidFill>
                <a:latin typeface="Segoe UI Semibold"/>
              </a:rPr>
              <a:t>W</a:t>
            </a:r>
          </a:p>
        </p:txBody>
      </p:sp>
      <p:sp>
        <p:nvSpPr>
          <p:cNvPr id="20" name="TextBox 19"/>
          <p:cNvSpPr txBox="1"/>
          <p:nvPr/>
        </p:nvSpPr>
        <p:spPr>
          <a:xfrm>
            <a:off x="1691640" y="3959352"/>
            <a:ext cx="2011680" cy="329184"/>
          </a:xfrm>
          <a:prstGeom prst="rect">
            <a:avLst/>
          </a:prstGeom>
          <a:noFill/>
        </p:spPr>
        <p:txBody>
          <a:bodyPr wrap="square" lIns="73152" tIns="73152" rIns="73152" bIns="73152" anchor="t">
            <a:spAutoFit/>
          </a:bodyPr>
          <a:lstStyle/>
          <a:p>
            <a:pPr algn="l"/>
            <a:r>
              <a:rPr sz="2400" b="1">
                <a:solidFill>
                  <a:srgbClr val="FFFFFF"/>
                </a:solidFill>
                <a:latin typeface="Segoe UI Semibold"/>
              </a:rPr>
              <a:t>Wandering</a:t>
            </a:r>
          </a:p>
        </p:txBody>
      </p:sp>
      <p:sp>
        <p:nvSpPr>
          <p:cNvPr id="21" name="TextBox 20"/>
          <p:cNvSpPr txBox="1"/>
          <p:nvPr/>
        </p:nvSpPr>
        <p:spPr>
          <a:xfrm>
            <a:off x="1691640" y="4407408"/>
            <a:ext cx="2423160" cy="457200"/>
          </a:xfrm>
          <a:prstGeom prst="rect">
            <a:avLst/>
          </a:prstGeom>
          <a:noFill/>
        </p:spPr>
        <p:txBody>
          <a:bodyPr wrap="square" lIns="73152" tIns="73152" rIns="73152" bIns="73152" anchor="t">
            <a:spAutoFit/>
          </a:bodyPr>
          <a:lstStyle/>
          <a:p>
            <a:pPr algn="l"/>
            <a:r>
              <a:rPr sz="1600" b="0">
                <a:solidFill>
                  <a:srgbClr val="C6D3DF"/>
                </a:solidFill>
                <a:latin typeface="Segoe UI"/>
              </a:rPr>
              <a:t>Night activity
Exit risk</a:t>
            </a:r>
          </a:p>
        </p:txBody>
      </p:sp>
      <p:sp>
        <p:nvSpPr>
          <p:cNvPr id="22" name="Rounded Rectangle 21"/>
          <p:cNvSpPr/>
          <p:nvPr/>
        </p:nvSpPr>
        <p:spPr>
          <a:xfrm>
            <a:off x="3520440" y="4846320"/>
            <a:ext cx="1508760" cy="320040"/>
          </a:xfrm>
          <a:prstGeom prst="roundRect">
            <a:avLst/>
          </a:prstGeom>
          <a:solidFill>
            <a:srgbClr val="FFC107"/>
          </a:solidFill>
          <a:ln w="127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538728" y="4910328"/>
            <a:ext cx="1463040" cy="270843"/>
          </a:xfrm>
          <a:prstGeom prst="rect">
            <a:avLst/>
          </a:prstGeom>
          <a:noFill/>
        </p:spPr>
        <p:txBody>
          <a:bodyPr wrap="square" lIns="73152" tIns="73152" rIns="73152" bIns="73152" anchor="t">
            <a:spAutoFit/>
          </a:bodyPr>
          <a:lstStyle/>
          <a:p>
            <a:pPr algn="ctr"/>
            <a:r>
              <a:rPr lang="en-US" sz="800" b="1">
                <a:solidFill>
                  <a:srgbClr val="FFFFFF"/>
                </a:solidFill>
                <a:latin typeface="Segoe UI"/>
              </a:rPr>
              <a:t>ELOPEMENT_RISK</a:t>
            </a:r>
          </a:p>
        </p:txBody>
      </p:sp>
      <p:sp>
        <p:nvSpPr>
          <p:cNvPr id="24" name="Rounded Rectangle 23"/>
          <p:cNvSpPr/>
          <p:nvPr/>
        </p:nvSpPr>
        <p:spPr>
          <a:xfrm>
            <a:off x="6126480" y="3474720"/>
            <a:ext cx="4983480" cy="1920240"/>
          </a:xfrm>
          <a:prstGeom prst="roundRect">
            <a:avLst/>
          </a:prstGeom>
          <a:solidFill>
            <a:srgbClr val="18354F"/>
          </a:solidFill>
          <a:ln w="25400">
            <a:solidFill>
              <a:srgbClr val="FFB8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382512" y="3767328"/>
            <a:ext cx="603504" cy="603504"/>
          </a:xfrm>
          <a:prstGeom prst="ellipse">
            <a:avLst/>
          </a:prstGeom>
          <a:solidFill>
            <a:srgbClr val="FFB81C"/>
          </a:solidFill>
          <a:ln>
            <a:solidFill>
              <a:srgbClr val="FFB8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3797503"/>
            <a:ext cx="603504" cy="482803"/>
          </a:xfrm>
          <a:prstGeom prst="rect">
            <a:avLst/>
          </a:prstGeom>
          <a:noFill/>
        </p:spPr>
        <p:txBody>
          <a:bodyPr wrap="square" lIns="73152" tIns="73152" rIns="73152" bIns="73152" anchor="ctr">
            <a:spAutoFit/>
          </a:bodyPr>
          <a:lstStyle/>
          <a:p>
            <a:pPr algn="ctr"/>
            <a:r>
              <a:rPr sz="2200" b="1">
                <a:solidFill>
                  <a:srgbClr val="FFFFFF"/>
                </a:solidFill>
                <a:latin typeface="Segoe UI Semibold"/>
              </a:rPr>
              <a:t>D</a:t>
            </a:r>
          </a:p>
        </p:txBody>
      </p:sp>
      <p:sp>
        <p:nvSpPr>
          <p:cNvPr id="27" name="TextBox 26"/>
          <p:cNvSpPr txBox="1"/>
          <p:nvPr/>
        </p:nvSpPr>
        <p:spPr>
          <a:xfrm>
            <a:off x="7086600" y="3776472"/>
            <a:ext cx="2011680" cy="329184"/>
          </a:xfrm>
          <a:prstGeom prst="rect">
            <a:avLst/>
          </a:prstGeom>
          <a:noFill/>
        </p:spPr>
        <p:txBody>
          <a:bodyPr wrap="square" lIns="73152" tIns="73152" rIns="73152" bIns="73152" anchor="t">
            <a:spAutoFit/>
          </a:bodyPr>
          <a:lstStyle/>
          <a:p>
            <a:pPr algn="l"/>
            <a:r>
              <a:rPr sz="2600" b="1">
                <a:solidFill>
                  <a:srgbClr val="FFFFFF"/>
                </a:solidFill>
                <a:latin typeface="Segoe UI Semibold"/>
              </a:rPr>
              <a:t>Drift</a:t>
            </a:r>
          </a:p>
        </p:txBody>
      </p:sp>
      <p:sp>
        <p:nvSpPr>
          <p:cNvPr id="28" name="TextBox 27"/>
          <p:cNvSpPr txBox="1"/>
          <p:nvPr/>
        </p:nvSpPr>
        <p:spPr>
          <a:xfrm>
            <a:off x="7086600" y="4224528"/>
            <a:ext cx="2423160" cy="640175"/>
          </a:xfrm>
          <a:prstGeom prst="rect">
            <a:avLst/>
          </a:prstGeom>
          <a:noFill/>
        </p:spPr>
        <p:txBody>
          <a:bodyPr wrap="square" lIns="73152" tIns="73152" rIns="73152" bIns="73152" anchor="t">
            <a:spAutoFit/>
          </a:bodyPr>
          <a:lstStyle/>
          <a:p>
            <a:pPr algn="l"/>
            <a:r>
              <a:rPr sz="1600" b="0">
                <a:solidFill>
                  <a:srgbClr val="C6D3DF"/>
                </a:solidFill>
                <a:latin typeface="Segoe UI"/>
              </a:rPr>
              <a:t>Gradual change
</a:t>
            </a:r>
            <a:r>
              <a:rPr lang="en-US" sz="1600" b="0">
                <a:solidFill>
                  <a:srgbClr val="C6D3DF"/>
                </a:solidFill>
                <a:latin typeface="Segoe UI"/>
              </a:rPr>
              <a:t>Predictive early</a:t>
            </a:r>
            <a:r>
              <a:rPr sz="1600" b="0">
                <a:solidFill>
                  <a:srgbClr val="C6D3DF"/>
                </a:solidFill>
                <a:latin typeface="Segoe UI"/>
              </a:rPr>
              <a:t> warning</a:t>
            </a:r>
          </a:p>
        </p:txBody>
      </p:sp>
      <p:sp>
        <p:nvSpPr>
          <p:cNvPr id="29" name="Rounded Rectangle 28"/>
          <p:cNvSpPr/>
          <p:nvPr/>
        </p:nvSpPr>
        <p:spPr>
          <a:xfrm>
            <a:off x="9189720" y="4892040"/>
            <a:ext cx="1508760" cy="320040"/>
          </a:xfrm>
          <a:prstGeom prst="roundRect">
            <a:avLst/>
          </a:prstGeom>
          <a:solidFill>
            <a:srgbClr val="FFB81C"/>
          </a:solidFill>
          <a:ln w="12700">
            <a:solidFill>
              <a:srgbClr val="FFB8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08008" y="4956048"/>
            <a:ext cx="1463040" cy="182880"/>
          </a:xfrm>
          <a:prstGeom prst="rect">
            <a:avLst/>
          </a:prstGeom>
          <a:noFill/>
        </p:spPr>
        <p:txBody>
          <a:bodyPr wrap="square" lIns="73152" tIns="73152" rIns="73152" bIns="73152" anchor="t">
            <a:spAutoFit/>
          </a:bodyPr>
          <a:lstStyle/>
          <a:p>
            <a:pPr algn="ctr"/>
            <a:r>
              <a:rPr sz="1000" b="1">
                <a:solidFill>
                  <a:srgbClr val="FFFFFF"/>
                </a:solidFill>
                <a:latin typeface="Segoe UI"/>
              </a:rPr>
              <a:t>ELEVATED_RISK</a:t>
            </a:r>
          </a:p>
        </p:txBody>
      </p:sp>
      <p:sp>
        <p:nvSpPr>
          <p:cNvPr id="31" name="TextBox 30"/>
          <p:cNvSpPr txBox="1"/>
          <p:nvPr/>
        </p:nvSpPr>
        <p:spPr>
          <a:xfrm>
            <a:off x="6291072" y="5669280"/>
            <a:ext cx="4754880" cy="347472"/>
          </a:xfrm>
          <a:prstGeom prst="rect">
            <a:avLst/>
          </a:prstGeom>
          <a:noFill/>
        </p:spPr>
        <p:txBody>
          <a:bodyPr wrap="square" lIns="73152" tIns="73152" rIns="73152" bIns="73152" anchor="t">
            <a:spAutoFit/>
          </a:bodyPr>
          <a:lstStyle/>
          <a:p>
            <a:pPr algn="ctr"/>
            <a:r>
              <a:rPr sz="1600" b="1">
                <a:solidFill>
                  <a:srgbClr val="FFB81C"/>
                </a:solidFill>
                <a:latin typeface="Segoe UI"/>
              </a:rPr>
              <a:t>Drift is the differentiator: predicting decline before it becomes a crisis.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extBox 1"/>
          <p:cNvSpPr txBox="1"/>
          <p:nvPr/>
        </p:nvSpPr>
        <p:spPr>
          <a:xfrm>
            <a:off x="640080" y="213720"/>
            <a:ext cx="8046720" cy="1071062"/>
          </a:xfrm>
          <a:prstGeom prst="rect">
            <a:avLst/>
          </a:prstGeom>
          <a:noFill/>
        </p:spPr>
        <p:txBody>
          <a:bodyPr wrap="square" lIns="73152" tIns="73152" rIns="73152" bIns="73152" anchor="t">
            <a:spAutoFit/>
          </a:bodyPr>
          <a:lstStyle/>
          <a:p>
            <a:pPr algn="l"/>
            <a:r>
              <a:rPr lang="en-US" sz="3000" b="1" dirty="0">
                <a:solidFill>
                  <a:srgbClr val="FFFFFF"/>
                </a:solidFill>
                <a:latin typeface="Segoe UI Semibold"/>
              </a:rPr>
              <a:t>Caregiver Decision Support: </a:t>
            </a:r>
            <a:r>
              <a:rPr sz="3000" b="1" dirty="0">
                <a:solidFill>
                  <a:srgbClr val="FFFFFF"/>
                </a:solidFill>
                <a:latin typeface="Segoe UI Semibold"/>
              </a:rPr>
              <a:t>Narrative + Explainable AI</a:t>
            </a:r>
          </a:p>
        </p:txBody>
      </p:sp>
      <p:sp>
        <p:nvSpPr>
          <p:cNvPr id="3" name="Rounded Rectangle 2"/>
          <p:cNvSpPr/>
          <p:nvPr/>
        </p:nvSpPr>
        <p:spPr>
          <a:xfrm>
            <a:off x="685800" y="1234440"/>
            <a:ext cx="5760720" cy="5074920"/>
          </a:xfrm>
          <a:prstGeom prst="roundRect">
            <a:avLst/>
          </a:prstGeom>
          <a:solidFill>
            <a:srgbClr val="18354F"/>
          </a:solidFill>
          <a:ln w="19050">
            <a:solidFill>
              <a:srgbClr val="64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1463040"/>
            <a:ext cx="1828800" cy="393954"/>
          </a:xfrm>
          <a:prstGeom prst="rect">
            <a:avLst/>
          </a:prstGeom>
          <a:noFill/>
        </p:spPr>
        <p:txBody>
          <a:bodyPr wrap="square" lIns="73152" tIns="73152" rIns="73152" bIns="73152" anchor="t">
            <a:spAutoFit/>
          </a:bodyPr>
          <a:lstStyle/>
          <a:p>
            <a:pPr algn="l"/>
            <a:r>
              <a:rPr sz="1600" b="1">
                <a:solidFill>
                  <a:srgbClr val="C6D3DF"/>
                </a:solidFill>
                <a:latin typeface="Segoe UI"/>
              </a:rPr>
              <a:t>Resident </a:t>
            </a:r>
            <a:r>
              <a:rPr lang="en-US" sz="1600" b="1">
                <a:solidFill>
                  <a:srgbClr val="C6D3DF"/>
                </a:solidFill>
                <a:latin typeface="Segoe UI"/>
              </a:rPr>
              <a:t>Status</a:t>
            </a:r>
            <a:endParaRPr sz="1600" b="1">
              <a:solidFill>
                <a:srgbClr val="C6D3DF"/>
              </a:solidFill>
              <a:latin typeface="Segoe UI"/>
            </a:endParaRPr>
          </a:p>
        </p:txBody>
      </p:sp>
      <p:sp>
        <p:nvSpPr>
          <p:cNvPr id="5" name="Rounded Rectangle 4"/>
          <p:cNvSpPr/>
          <p:nvPr/>
        </p:nvSpPr>
        <p:spPr>
          <a:xfrm>
            <a:off x="914400" y="1828800"/>
            <a:ext cx="1005840" cy="347472"/>
          </a:xfrm>
          <a:prstGeom prst="roundRect">
            <a:avLst/>
          </a:prstGeom>
          <a:solidFill>
            <a:srgbClr val="28A745"/>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1901952"/>
            <a:ext cx="950976" cy="164592"/>
          </a:xfrm>
          <a:prstGeom prst="rect">
            <a:avLst/>
          </a:prstGeom>
          <a:noFill/>
        </p:spPr>
        <p:txBody>
          <a:bodyPr wrap="square" lIns="73152" tIns="73152" rIns="73152" bIns="73152" anchor="t">
            <a:spAutoFit/>
          </a:bodyPr>
          <a:lstStyle/>
          <a:p>
            <a:pPr algn="ctr"/>
            <a:r>
              <a:rPr sz="1100" b="1">
                <a:solidFill>
                  <a:srgbClr val="FFFFFF"/>
                </a:solidFill>
                <a:latin typeface="Segoe UI"/>
              </a:rPr>
              <a:t>GREEN</a:t>
            </a:r>
          </a:p>
        </p:txBody>
      </p:sp>
      <p:sp>
        <p:nvSpPr>
          <p:cNvPr id="7" name="Rounded Rectangle 6"/>
          <p:cNvSpPr/>
          <p:nvPr/>
        </p:nvSpPr>
        <p:spPr>
          <a:xfrm>
            <a:off x="2148840" y="1828800"/>
            <a:ext cx="1005840" cy="347472"/>
          </a:xfrm>
          <a:prstGeom prst="roundRect">
            <a:avLst/>
          </a:prstGeom>
          <a:solidFill>
            <a:srgbClr val="FFC107"/>
          </a:solidFill>
          <a:ln w="127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67128" y="1901952"/>
            <a:ext cx="950976" cy="164592"/>
          </a:xfrm>
          <a:prstGeom prst="rect">
            <a:avLst/>
          </a:prstGeom>
          <a:noFill/>
        </p:spPr>
        <p:txBody>
          <a:bodyPr wrap="square" lIns="73152" tIns="73152" rIns="73152" bIns="73152" anchor="t">
            <a:spAutoFit/>
          </a:bodyPr>
          <a:lstStyle/>
          <a:p>
            <a:pPr algn="ctr"/>
            <a:r>
              <a:rPr sz="1100" b="1">
                <a:solidFill>
                  <a:srgbClr val="FFFFFF"/>
                </a:solidFill>
                <a:latin typeface="Segoe UI"/>
              </a:rPr>
              <a:t>YELLOW</a:t>
            </a:r>
          </a:p>
        </p:txBody>
      </p:sp>
      <p:sp>
        <p:nvSpPr>
          <p:cNvPr id="9" name="Rounded Rectangle 8"/>
          <p:cNvSpPr/>
          <p:nvPr/>
        </p:nvSpPr>
        <p:spPr>
          <a:xfrm>
            <a:off x="3383280" y="1828800"/>
            <a:ext cx="1005840" cy="347472"/>
          </a:xfrm>
          <a:prstGeom prst="roundRect">
            <a:avLst/>
          </a:prstGeom>
          <a:solidFill>
            <a:srgbClr val="DC3545"/>
          </a:solidFill>
          <a:ln w="127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01568" y="1901952"/>
            <a:ext cx="950976" cy="164592"/>
          </a:xfrm>
          <a:prstGeom prst="rect">
            <a:avLst/>
          </a:prstGeom>
          <a:noFill/>
        </p:spPr>
        <p:txBody>
          <a:bodyPr wrap="square" lIns="73152" tIns="73152" rIns="73152" bIns="73152" anchor="t">
            <a:spAutoFit/>
          </a:bodyPr>
          <a:lstStyle/>
          <a:p>
            <a:pPr algn="ctr"/>
            <a:r>
              <a:rPr sz="1100" b="1">
                <a:solidFill>
                  <a:srgbClr val="FFFFFF"/>
                </a:solidFill>
                <a:latin typeface="Segoe UI"/>
              </a:rPr>
              <a:t>RED</a:t>
            </a:r>
          </a:p>
        </p:txBody>
      </p:sp>
      <p:cxnSp>
        <p:nvCxnSpPr>
          <p:cNvPr id="11" name="Connector 10"/>
          <p:cNvCxnSpPr/>
          <p:nvPr/>
        </p:nvCxnSpPr>
        <p:spPr>
          <a:xfrm>
            <a:off x="1097280" y="4023360"/>
            <a:ext cx="4572000" cy="0"/>
          </a:xfrm>
          <a:prstGeom prst="line">
            <a:avLst/>
          </a:prstGeom>
          <a:ln w="38100">
            <a:solidFill>
              <a:srgbClr val="00B7C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325880" y="3794760"/>
            <a:ext cx="411480" cy="411480"/>
          </a:xfrm>
          <a:prstGeom prst="ellipse">
            <a:avLst/>
          </a:prstGeom>
          <a:solidFill>
            <a:srgbClr val="28A745"/>
          </a:solidFill>
          <a:ln>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16152" y="4297680"/>
            <a:ext cx="640080" cy="182880"/>
          </a:xfrm>
          <a:prstGeom prst="rect">
            <a:avLst/>
          </a:prstGeom>
          <a:noFill/>
        </p:spPr>
        <p:txBody>
          <a:bodyPr wrap="square" lIns="73152" tIns="73152" rIns="73152" bIns="73152" anchor="t">
            <a:spAutoFit/>
          </a:bodyPr>
          <a:lstStyle/>
          <a:p>
            <a:pPr algn="ctr"/>
            <a:r>
              <a:rPr sz="1100" b="0">
                <a:solidFill>
                  <a:srgbClr val="C6D3DF"/>
                </a:solidFill>
                <a:latin typeface="Segoe UI"/>
              </a:rPr>
              <a:t>Bed</a:t>
            </a:r>
          </a:p>
        </p:txBody>
      </p:sp>
      <p:sp>
        <p:nvSpPr>
          <p:cNvPr id="14" name="Oval 13"/>
          <p:cNvSpPr/>
          <p:nvPr/>
        </p:nvSpPr>
        <p:spPr>
          <a:xfrm>
            <a:off x="2331720" y="3794760"/>
            <a:ext cx="411480" cy="411480"/>
          </a:xfrm>
          <a:prstGeom prst="ellipse">
            <a:avLst/>
          </a:prstGeom>
          <a:solidFill>
            <a:srgbClr val="28A745"/>
          </a:solidFill>
          <a:ln>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21991" y="4297680"/>
            <a:ext cx="640080" cy="182880"/>
          </a:xfrm>
          <a:prstGeom prst="rect">
            <a:avLst/>
          </a:prstGeom>
          <a:noFill/>
        </p:spPr>
        <p:txBody>
          <a:bodyPr wrap="square" lIns="73152" tIns="73152" rIns="73152" bIns="73152" anchor="t">
            <a:spAutoFit/>
          </a:bodyPr>
          <a:lstStyle/>
          <a:p>
            <a:pPr algn="ctr"/>
            <a:r>
              <a:rPr sz="1100" b="0">
                <a:solidFill>
                  <a:srgbClr val="C6D3DF"/>
                </a:solidFill>
                <a:latin typeface="Segoe UI"/>
              </a:rPr>
              <a:t>Bath</a:t>
            </a:r>
          </a:p>
        </p:txBody>
      </p:sp>
      <p:sp>
        <p:nvSpPr>
          <p:cNvPr id="16" name="Oval 15"/>
          <p:cNvSpPr/>
          <p:nvPr/>
        </p:nvSpPr>
        <p:spPr>
          <a:xfrm>
            <a:off x="3474720" y="3794760"/>
            <a:ext cx="411480" cy="411480"/>
          </a:xfrm>
          <a:prstGeom prst="ellipse">
            <a:avLst/>
          </a:prstGeom>
          <a:solidFill>
            <a:srgbClr val="FFC107"/>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64991" y="4297680"/>
            <a:ext cx="640080" cy="182880"/>
          </a:xfrm>
          <a:prstGeom prst="rect">
            <a:avLst/>
          </a:prstGeom>
          <a:noFill/>
        </p:spPr>
        <p:txBody>
          <a:bodyPr wrap="square" lIns="73152" tIns="73152" rIns="73152" bIns="73152" anchor="t">
            <a:spAutoFit/>
          </a:bodyPr>
          <a:lstStyle/>
          <a:p>
            <a:pPr algn="ctr"/>
            <a:r>
              <a:rPr sz="1100" b="0">
                <a:solidFill>
                  <a:srgbClr val="C6D3DF"/>
                </a:solidFill>
                <a:latin typeface="Segoe UI"/>
              </a:rPr>
              <a:t>Hall</a:t>
            </a:r>
          </a:p>
        </p:txBody>
      </p:sp>
      <p:sp>
        <p:nvSpPr>
          <p:cNvPr id="18" name="Oval 17"/>
          <p:cNvSpPr/>
          <p:nvPr/>
        </p:nvSpPr>
        <p:spPr>
          <a:xfrm>
            <a:off x="4617720" y="3794760"/>
            <a:ext cx="411480" cy="411480"/>
          </a:xfrm>
          <a:prstGeom prst="ellipse">
            <a:avLst/>
          </a:prstGeom>
          <a:solidFill>
            <a:srgbClr val="DC3545"/>
          </a:solidFill>
          <a:ln>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4297680"/>
            <a:ext cx="640080" cy="182880"/>
          </a:xfrm>
          <a:prstGeom prst="rect">
            <a:avLst/>
          </a:prstGeom>
          <a:noFill/>
        </p:spPr>
        <p:txBody>
          <a:bodyPr wrap="square" lIns="73152" tIns="73152" rIns="73152" bIns="73152" anchor="t">
            <a:spAutoFit/>
          </a:bodyPr>
          <a:lstStyle/>
          <a:p>
            <a:pPr algn="ctr"/>
            <a:r>
              <a:rPr sz="1100" b="0">
                <a:solidFill>
                  <a:srgbClr val="C6D3DF"/>
                </a:solidFill>
                <a:latin typeface="Segoe UI"/>
              </a:rPr>
              <a:t>Door</a:t>
            </a:r>
          </a:p>
        </p:txBody>
      </p:sp>
      <p:sp>
        <p:nvSpPr>
          <p:cNvPr id="20" name="TextBox 19"/>
          <p:cNvSpPr txBox="1"/>
          <p:nvPr/>
        </p:nvSpPr>
        <p:spPr>
          <a:xfrm>
            <a:off x="932688" y="4846320"/>
            <a:ext cx="5212080" cy="411480"/>
          </a:xfrm>
          <a:prstGeom prst="rect">
            <a:avLst/>
          </a:prstGeom>
          <a:noFill/>
        </p:spPr>
        <p:txBody>
          <a:bodyPr wrap="square" lIns="73152" tIns="73152" rIns="73152" bIns="73152" anchor="t">
            <a:spAutoFit/>
          </a:bodyPr>
          <a:lstStyle/>
          <a:p>
            <a:pPr algn="ctr"/>
            <a:r>
              <a:rPr sz="1400" b="0">
                <a:solidFill>
                  <a:srgbClr val="C6D3DF"/>
                </a:solidFill>
                <a:latin typeface="Segoe UI"/>
              </a:rPr>
              <a:t>Narrative timeline: sequence of zones, states, and risk transitions over time</a:t>
            </a:r>
          </a:p>
        </p:txBody>
      </p:sp>
      <p:sp>
        <p:nvSpPr>
          <p:cNvPr id="21" name="Rounded Rectangle 20"/>
          <p:cNvSpPr/>
          <p:nvPr/>
        </p:nvSpPr>
        <p:spPr>
          <a:xfrm>
            <a:off x="6812280" y="1417320"/>
            <a:ext cx="4663440" cy="4663440"/>
          </a:xfrm>
          <a:prstGeom prst="roundRect">
            <a:avLst/>
          </a:prstGeom>
          <a:solidFill>
            <a:srgbClr val="122D42"/>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50608" y="1783080"/>
            <a:ext cx="3931920" cy="548640"/>
          </a:xfrm>
          <a:prstGeom prst="rect">
            <a:avLst/>
          </a:prstGeom>
          <a:noFill/>
        </p:spPr>
        <p:txBody>
          <a:bodyPr wrap="square" lIns="73152" tIns="73152" rIns="73152" bIns="73152" anchor="t">
            <a:spAutoFit/>
          </a:bodyPr>
          <a:lstStyle/>
          <a:p>
            <a:pPr algn="l"/>
            <a:r>
              <a:rPr sz="2600" b="1">
                <a:solidFill>
                  <a:srgbClr val="FFFFFF"/>
                </a:solidFill>
                <a:latin typeface="Segoe UI Semibold"/>
              </a:rPr>
              <a:t>Explainable AI</a:t>
            </a:r>
          </a:p>
        </p:txBody>
      </p:sp>
      <p:sp>
        <p:nvSpPr>
          <p:cNvPr id="23" name="TextBox 22"/>
          <p:cNvSpPr txBox="1"/>
          <p:nvPr/>
        </p:nvSpPr>
        <p:spPr>
          <a:xfrm>
            <a:off x="7150608" y="2423160"/>
            <a:ext cx="3657600" cy="365760"/>
          </a:xfrm>
          <a:prstGeom prst="rect">
            <a:avLst/>
          </a:prstGeom>
          <a:noFill/>
        </p:spPr>
        <p:txBody>
          <a:bodyPr wrap="square" lIns="73152" tIns="73152" rIns="73152" bIns="73152" anchor="t">
            <a:spAutoFit/>
          </a:bodyPr>
          <a:lstStyle/>
          <a:p>
            <a:pPr algn="l"/>
            <a:r>
              <a:rPr sz="1800" b="1">
                <a:solidFill>
                  <a:srgbClr val="0078D4"/>
                </a:solidFill>
                <a:latin typeface="Segoe UI"/>
              </a:rPr>
              <a:t>Alert triggered because:</a:t>
            </a:r>
          </a:p>
        </p:txBody>
      </p:sp>
      <p:sp>
        <p:nvSpPr>
          <p:cNvPr id="24" name="Oval 23"/>
          <p:cNvSpPr/>
          <p:nvPr/>
        </p:nvSpPr>
        <p:spPr>
          <a:xfrm>
            <a:off x="7242048" y="2907792"/>
            <a:ext cx="310896" cy="310896"/>
          </a:xfrm>
          <a:prstGeom prst="ellipse">
            <a:avLst/>
          </a:prstGeom>
          <a:solidFill>
            <a:srgbClr val="FFC107"/>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42048" y="2923336"/>
            <a:ext cx="310896" cy="248716"/>
          </a:xfrm>
          <a:prstGeom prst="rect">
            <a:avLst/>
          </a:prstGeom>
          <a:noFill/>
        </p:spPr>
        <p:txBody>
          <a:bodyPr wrap="square" lIns="73152" tIns="73152" rIns="73152" bIns="73152" anchor="ctr">
            <a:spAutoFit/>
          </a:bodyPr>
          <a:lstStyle/>
          <a:p>
            <a:pPr algn="ctr"/>
            <a:r>
              <a:rPr sz="2000" b="1">
                <a:solidFill>
                  <a:srgbClr val="FFFFFF"/>
                </a:solidFill>
                <a:latin typeface="Segoe UI Semibold"/>
              </a:rPr>
              <a:t>•</a:t>
            </a:r>
          </a:p>
        </p:txBody>
      </p:sp>
      <p:sp>
        <p:nvSpPr>
          <p:cNvPr id="26" name="TextBox 25"/>
          <p:cNvSpPr txBox="1"/>
          <p:nvPr/>
        </p:nvSpPr>
        <p:spPr>
          <a:xfrm>
            <a:off x="7635240" y="2926080"/>
            <a:ext cx="3383280" cy="256032"/>
          </a:xfrm>
          <a:prstGeom prst="rect">
            <a:avLst/>
          </a:prstGeom>
          <a:noFill/>
        </p:spPr>
        <p:txBody>
          <a:bodyPr wrap="square" lIns="73152" tIns="73152" rIns="73152" bIns="73152" anchor="t">
            <a:spAutoFit/>
          </a:bodyPr>
          <a:lstStyle/>
          <a:p>
            <a:pPr algn="l"/>
            <a:r>
              <a:rPr sz="1600" b="0">
                <a:solidFill>
                  <a:srgbClr val="FFFFFF"/>
                </a:solidFill>
                <a:latin typeface="Segoe UI"/>
              </a:rPr>
              <a:t>Unusual time (2:30 AM)</a:t>
            </a:r>
          </a:p>
        </p:txBody>
      </p:sp>
      <p:sp>
        <p:nvSpPr>
          <p:cNvPr id="27" name="Oval 26"/>
          <p:cNvSpPr/>
          <p:nvPr/>
        </p:nvSpPr>
        <p:spPr>
          <a:xfrm>
            <a:off x="7242048" y="3566160"/>
            <a:ext cx="310896" cy="310896"/>
          </a:xfrm>
          <a:prstGeom prst="ellipse">
            <a:avLst/>
          </a:prstGeom>
          <a:solidFill>
            <a:srgbClr val="FFC107"/>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42048" y="3581704"/>
            <a:ext cx="310896" cy="248716"/>
          </a:xfrm>
          <a:prstGeom prst="rect">
            <a:avLst/>
          </a:prstGeom>
          <a:noFill/>
        </p:spPr>
        <p:txBody>
          <a:bodyPr wrap="square" lIns="73152" tIns="73152" rIns="73152" bIns="73152" anchor="ctr">
            <a:spAutoFit/>
          </a:bodyPr>
          <a:lstStyle/>
          <a:p>
            <a:pPr algn="ctr"/>
            <a:r>
              <a:rPr sz="2000" b="1">
                <a:solidFill>
                  <a:srgbClr val="FFFFFF"/>
                </a:solidFill>
                <a:latin typeface="Segoe UI Semibold"/>
              </a:rPr>
              <a:t>•</a:t>
            </a:r>
          </a:p>
        </p:txBody>
      </p:sp>
      <p:sp>
        <p:nvSpPr>
          <p:cNvPr id="29" name="TextBox 28"/>
          <p:cNvSpPr txBox="1"/>
          <p:nvPr/>
        </p:nvSpPr>
        <p:spPr>
          <a:xfrm>
            <a:off x="7635240" y="3584448"/>
            <a:ext cx="3383280" cy="256032"/>
          </a:xfrm>
          <a:prstGeom prst="rect">
            <a:avLst/>
          </a:prstGeom>
          <a:noFill/>
        </p:spPr>
        <p:txBody>
          <a:bodyPr wrap="square" lIns="73152" tIns="73152" rIns="73152" bIns="73152" anchor="t">
            <a:spAutoFit/>
          </a:bodyPr>
          <a:lstStyle/>
          <a:p>
            <a:pPr algn="l"/>
            <a:r>
              <a:rPr sz="1600" b="0">
                <a:solidFill>
                  <a:srgbClr val="FFFFFF"/>
                </a:solidFill>
                <a:latin typeface="Segoe UI"/>
              </a:rPr>
              <a:t>Unexpected path toward exit</a:t>
            </a:r>
          </a:p>
        </p:txBody>
      </p:sp>
      <p:sp>
        <p:nvSpPr>
          <p:cNvPr id="30" name="Oval 29"/>
          <p:cNvSpPr/>
          <p:nvPr/>
        </p:nvSpPr>
        <p:spPr>
          <a:xfrm>
            <a:off x="7242048" y="4224528"/>
            <a:ext cx="310896" cy="310896"/>
          </a:xfrm>
          <a:prstGeom prst="ellipse">
            <a:avLst/>
          </a:prstGeom>
          <a:solidFill>
            <a:srgbClr val="DC3545"/>
          </a:solidFill>
          <a:ln>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242048" y="4240072"/>
            <a:ext cx="310896" cy="248716"/>
          </a:xfrm>
          <a:prstGeom prst="rect">
            <a:avLst/>
          </a:prstGeom>
          <a:noFill/>
        </p:spPr>
        <p:txBody>
          <a:bodyPr wrap="square" lIns="73152" tIns="73152" rIns="73152" bIns="73152" anchor="ctr">
            <a:spAutoFit/>
          </a:bodyPr>
          <a:lstStyle/>
          <a:p>
            <a:pPr algn="ctr"/>
            <a:r>
              <a:rPr sz="2000" b="1">
                <a:solidFill>
                  <a:srgbClr val="FFFFFF"/>
                </a:solidFill>
                <a:latin typeface="Segoe UI Semibold"/>
              </a:rPr>
              <a:t>•</a:t>
            </a:r>
          </a:p>
        </p:txBody>
      </p:sp>
      <p:sp>
        <p:nvSpPr>
          <p:cNvPr id="32" name="TextBox 31"/>
          <p:cNvSpPr txBox="1"/>
          <p:nvPr/>
        </p:nvSpPr>
        <p:spPr>
          <a:xfrm>
            <a:off x="7635240" y="4242816"/>
            <a:ext cx="3383280" cy="256032"/>
          </a:xfrm>
          <a:prstGeom prst="rect">
            <a:avLst/>
          </a:prstGeom>
          <a:noFill/>
        </p:spPr>
        <p:txBody>
          <a:bodyPr wrap="square" lIns="73152" tIns="73152" rIns="73152" bIns="73152" anchor="t">
            <a:spAutoFit/>
          </a:bodyPr>
          <a:lstStyle/>
          <a:p>
            <a:pPr algn="l"/>
            <a:r>
              <a:rPr sz="1600" b="0">
                <a:solidFill>
                  <a:srgbClr val="FFFFFF"/>
                </a:solidFill>
                <a:latin typeface="Segoe UI"/>
              </a:rPr>
              <a:t>No return movement</a:t>
            </a:r>
          </a:p>
        </p:txBody>
      </p:sp>
      <p:sp>
        <p:nvSpPr>
          <p:cNvPr id="33" name="Rounded Rectangle 32"/>
          <p:cNvSpPr/>
          <p:nvPr/>
        </p:nvSpPr>
        <p:spPr>
          <a:xfrm>
            <a:off x="7150608" y="5074920"/>
            <a:ext cx="3840480" cy="685800"/>
          </a:xfrm>
          <a:prstGeom prst="roundRect">
            <a:avLst/>
          </a:prstGeom>
          <a:solidFill>
            <a:srgbClr val="0078D4"/>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96912" y="5081520"/>
            <a:ext cx="3566160" cy="701731"/>
          </a:xfrm>
          <a:prstGeom prst="rect">
            <a:avLst/>
          </a:prstGeom>
          <a:noFill/>
        </p:spPr>
        <p:txBody>
          <a:bodyPr wrap="square" lIns="73152" tIns="73152" rIns="73152" bIns="73152" anchor="t">
            <a:spAutoFit/>
          </a:bodyPr>
          <a:lstStyle/>
          <a:p>
            <a:pPr algn="ctr"/>
            <a:r>
              <a:rPr sz="1200" b="1" dirty="0">
                <a:solidFill>
                  <a:srgbClr val="FFFFFF"/>
                </a:solidFill>
                <a:latin typeface="Segoe UI"/>
              </a:rPr>
              <a:t>Possible fall detected in bathroom. No movement for 6 </a:t>
            </a:r>
            <a:r>
              <a:rPr lang="en-US" sz="1200" b="1" dirty="0">
                <a:solidFill>
                  <a:srgbClr val="FFFFFF"/>
                </a:solidFill>
                <a:latin typeface="Segoe UI"/>
              </a:rPr>
              <a:t>minutes. Caregiver notified with full context</a:t>
            </a:r>
            <a:r>
              <a:rPr sz="1200" b="1" dirty="0">
                <a:solidFill>
                  <a:srgbClr val="FFFFFF"/>
                </a:solidFill>
                <a:latin typeface="Segoe UI"/>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8046720" cy="609398"/>
          </a:xfrm>
          <a:prstGeom prst="rect">
            <a:avLst/>
          </a:prstGeom>
          <a:noFill/>
        </p:spPr>
        <p:txBody>
          <a:bodyPr wrap="square" lIns="73152" tIns="73152" rIns="73152" bIns="73152" anchor="t">
            <a:spAutoFit/>
          </a:bodyPr>
          <a:lstStyle/>
          <a:p>
            <a:pPr algn="l"/>
            <a:r>
              <a:rPr sz="3000" b="1">
                <a:solidFill>
                  <a:srgbClr val="FFFFFF"/>
                </a:solidFill>
                <a:latin typeface="Segoe UI Semibold"/>
              </a:rPr>
              <a:t>Impact</a:t>
            </a:r>
            <a:r>
              <a:rPr lang="en-US" sz="3000" b="1">
                <a:solidFill>
                  <a:srgbClr val="FFFFFF"/>
                </a:solidFill>
                <a:latin typeface="Segoe UI Semibold"/>
              </a:rPr>
              <a:t>:</a:t>
            </a:r>
            <a:r>
              <a:rPr sz="3000" b="1">
                <a:solidFill>
                  <a:srgbClr val="FFFFFF"/>
                </a:solidFill>
                <a:latin typeface="Segoe UI Semibold"/>
              </a:rPr>
              <a:t> Why This Wins</a:t>
            </a:r>
          </a:p>
        </p:txBody>
      </p:sp>
      <p:sp>
        <p:nvSpPr>
          <p:cNvPr id="3" name="TextBox 2"/>
          <p:cNvSpPr txBox="1"/>
          <p:nvPr/>
        </p:nvSpPr>
        <p:spPr>
          <a:xfrm>
            <a:off x="3063240" y="1280160"/>
            <a:ext cx="6217920" cy="517065"/>
          </a:xfrm>
          <a:prstGeom prst="rect">
            <a:avLst/>
          </a:prstGeom>
          <a:noFill/>
        </p:spPr>
        <p:txBody>
          <a:bodyPr wrap="square" lIns="73152" tIns="73152" rIns="73152" bIns="73152" anchor="t">
            <a:spAutoFit/>
          </a:bodyPr>
          <a:lstStyle/>
          <a:p>
            <a:pPr algn="ctr"/>
            <a:r>
              <a:rPr lang="en-US" sz="2400" b="1">
                <a:solidFill>
                  <a:srgbClr val="FFFFFF"/>
                </a:solidFill>
                <a:latin typeface="Segoe UI Semibold"/>
              </a:rPr>
              <a:t>Independence with safety and dignity</a:t>
            </a:r>
          </a:p>
        </p:txBody>
      </p:sp>
      <p:sp>
        <p:nvSpPr>
          <p:cNvPr id="4" name="Rounded Rectangle 3"/>
          <p:cNvSpPr/>
          <p:nvPr/>
        </p:nvSpPr>
        <p:spPr>
          <a:xfrm>
            <a:off x="822960" y="2148839"/>
            <a:ext cx="2743200" cy="2996398"/>
          </a:xfrm>
          <a:prstGeom prst="roundRect">
            <a:avLst/>
          </a:prstGeom>
          <a:solidFill>
            <a:srgbClr val="18354F"/>
          </a:solidFill>
          <a:ln w="17780">
            <a:solidFill>
              <a:srgbClr val="64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810512" y="2423160"/>
            <a:ext cx="749808" cy="749808"/>
          </a:xfrm>
          <a:prstGeom prst="ellipse">
            <a:avLst/>
          </a:prstGeom>
          <a:solidFill>
            <a:srgbClr val="28A745"/>
          </a:solidFill>
          <a:ln>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10512" y="2460650"/>
            <a:ext cx="749808" cy="599846"/>
          </a:xfrm>
          <a:prstGeom prst="rect">
            <a:avLst/>
          </a:prstGeom>
          <a:noFill/>
        </p:spPr>
        <p:txBody>
          <a:bodyPr wrap="square" lIns="73152" tIns="73152" rIns="73152" bIns="73152" anchor="ctr">
            <a:spAutoFit/>
          </a:bodyPr>
          <a:lstStyle/>
          <a:p>
            <a:pPr algn="ctr"/>
            <a:r>
              <a:rPr sz="1600" b="1">
                <a:solidFill>
                  <a:srgbClr val="FFFFFF"/>
                </a:solidFill>
                <a:latin typeface="Segoe UI Semibold"/>
              </a:rPr>
              <a:t>SL</a:t>
            </a:r>
          </a:p>
        </p:txBody>
      </p:sp>
      <p:sp>
        <p:nvSpPr>
          <p:cNvPr id="7" name="TextBox 6"/>
          <p:cNvSpPr txBox="1"/>
          <p:nvPr/>
        </p:nvSpPr>
        <p:spPr>
          <a:xfrm>
            <a:off x="1051560" y="3337560"/>
            <a:ext cx="2286000" cy="320040"/>
          </a:xfrm>
          <a:prstGeom prst="rect">
            <a:avLst/>
          </a:prstGeom>
          <a:noFill/>
        </p:spPr>
        <p:txBody>
          <a:bodyPr wrap="square" lIns="73152" tIns="73152" rIns="73152" bIns="73152" anchor="t">
            <a:spAutoFit/>
          </a:bodyPr>
          <a:lstStyle/>
          <a:p>
            <a:pPr algn="ctr"/>
            <a:r>
              <a:rPr sz="2200" b="1">
                <a:solidFill>
                  <a:srgbClr val="FFFFFF"/>
                </a:solidFill>
                <a:latin typeface="Segoe UI Semibold"/>
              </a:rPr>
              <a:t>Safer Living</a:t>
            </a:r>
          </a:p>
        </p:txBody>
      </p:sp>
      <p:sp>
        <p:nvSpPr>
          <p:cNvPr id="8" name="TextBox 7"/>
          <p:cNvSpPr txBox="1"/>
          <p:nvPr/>
        </p:nvSpPr>
        <p:spPr>
          <a:xfrm>
            <a:off x="1097280" y="4074175"/>
            <a:ext cx="2194560" cy="840230"/>
          </a:xfrm>
          <a:prstGeom prst="rect">
            <a:avLst/>
          </a:prstGeom>
          <a:noFill/>
        </p:spPr>
        <p:txBody>
          <a:bodyPr wrap="square" lIns="73152" tIns="73152" rIns="73152" bIns="73152" anchor="t">
            <a:spAutoFit/>
          </a:bodyPr>
          <a:lstStyle/>
          <a:p>
            <a:pPr algn="ctr"/>
            <a:r>
              <a:rPr sz="1500" b="0" dirty="0">
                <a:solidFill>
                  <a:srgbClr val="C6D3DF"/>
                </a:solidFill>
                <a:latin typeface="Segoe UI"/>
              </a:rPr>
              <a:t>Faster</a:t>
            </a:r>
            <a:r>
              <a:rPr lang="en-US" sz="1500" b="0" dirty="0">
                <a:solidFill>
                  <a:srgbClr val="C6D3DF"/>
                </a:solidFill>
                <a:latin typeface="Segoe UI"/>
              </a:rPr>
              <a:t>, targeted</a:t>
            </a:r>
            <a:r>
              <a:rPr sz="1500" b="0" dirty="0">
                <a:solidFill>
                  <a:srgbClr val="C6D3DF"/>
                </a:solidFill>
                <a:latin typeface="Segoe UI"/>
              </a:rPr>
              <a:t> intervention
</a:t>
            </a:r>
            <a:r>
              <a:rPr lang="en-US" sz="1500" b="0" dirty="0">
                <a:solidFill>
                  <a:srgbClr val="C6D3DF"/>
                </a:solidFill>
                <a:latin typeface="Segoe UI"/>
              </a:rPr>
              <a:t>Fewer false alarms</a:t>
            </a:r>
            <a:endParaRPr sz="1500" b="0" dirty="0">
              <a:solidFill>
                <a:srgbClr val="C6D3DF"/>
              </a:solidFill>
              <a:latin typeface="Segoe UI"/>
            </a:endParaRPr>
          </a:p>
        </p:txBody>
      </p:sp>
      <p:sp>
        <p:nvSpPr>
          <p:cNvPr id="9" name="Rounded Rectangle 8"/>
          <p:cNvSpPr/>
          <p:nvPr/>
        </p:nvSpPr>
        <p:spPr>
          <a:xfrm>
            <a:off x="4160520" y="2148839"/>
            <a:ext cx="2743200" cy="2996398"/>
          </a:xfrm>
          <a:prstGeom prst="roundRect">
            <a:avLst/>
          </a:prstGeom>
          <a:solidFill>
            <a:srgbClr val="18354F"/>
          </a:solidFill>
          <a:ln w="17780">
            <a:solidFill>
              <a:srgbClr val="64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148072" y="2423160"/>
            <a:ext cx="749808" cy="749808"/>
          </a:xfrm>
          <a:prstGeom prst="ellipse">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48072" y="2460650"/>
            <a:ext cx="749808" cy="599846"/>
          </a:xfrm>
          <a:prstGeom prst="rect">
            <a:avLst/>
          </a:prstGeom>
          <a:noFill/>
        </p:spPr>
        <p:txBody>
          <a:bodyPr wrap="square" lIns="73152" tIns="73152" rIns="73152" bIns="73152" anchor="ctr">
            <a:spAutoFit/>
          </a:bodyPr>
          <a:lstStyle/>
          <a:p>
            <a:pPr algn="ctr"/>
            <a:r>
              <a:rPr sz="1600" b="1">
                <a:solidFill>
                  <a:srgbClr val="FFFFFF"/>
                </a:solidFill>
                <a:latin typeface="Segoe UI Semibold"/>
              </a:rPr>
              <a:t>SC</a:t>
            </a:r>
          </a:p>
        </p:txBody>
      </p:sp>
      <p:sp>
        <p:nvSpPr>
          <p:cNvPr id="12" name="TextBox 11"/>
          <p:cNvSpPr txBox="1"/>
          <p:nvPr/>
        </p:nvSpPr>
        <p:spPr>
          <a:xfrm>
            <a:off x="4389120" y="3337560"/>
            <a:ext cx="2286000" cy="320040"/>
          </a:xfrm>
          <a:prstGeom prst="rect">
            <a:avLst/>
          </a:prstGeom>
          <a:noFill/>
        </p:spPr>
        <p:txBody>
          <a:bodyPr wrap="square" lIns="73152" tIns="73152" rIns="73152" bIns="73152" anchor="t">
            <a:spAutoFit/>
          </a:bodyPr>
          <a:lstStyle/>
          <a:p>
            <a:pPr algn="ctr"/>
            <a:r>
              <a:rPr sz="2200" b="1">
                <a:solidFill>
                  <a:srgbClr val="FFFFFF"/>
                </a:solidFill>
                <a:latin typeface="Segoe UI Semibold"/>
              </a:rPr>
              <a:t>Smarter Care</a:t>
            </a:r>
          </a:p>
        </p:txBody>
      </p:sp>
      <p:sp>
        <p:nvSpPr>
          <p:cNvPr id="13" name="TextBox 12"/>
          <p:cNvSpPr txBox="1"/>
          <p:nvPr/>
        </p:nvSpPr>
        <p:spPr>
          <a:xfrm>
            <a:off x="4434840" y="4074175"/>
            <a:ext cx="2194560" cy="1071062"/>
          </a:xfrm>
          <a:prstGeom prst="rect">
            <a:avLst/>
          </a:prstGeom>
          <a:noFill/>
        </p:spPr>
        <p:txBody>
          <a:bodyPr wrap="square" lIns="73152" tIns="73152" rIns="73152" bIns="73152" anchor="t">
            <a:spAutoFit/>
          </a:bodyPr>
          <a:lstStyle/>
          <a:p>
            <a:pPr algn="ctr"/>
            <a:r>
              <a:rPr lang="en-US" sz="1500" b="0">
                <a:solidFill>
                  <a:srgbClr val="C6D3DF"/>
                </a:solidFill>
                <a:latin typeface="Segoe UI"/>
              </a:rPr>
              <a:t>Context-driven </a:t>
            </a:r>
            <a:r>
              <a:rPr sz="1500" b="0">
                <a:solidFill>
                  <a:srgbClr val="C6D3DF"/>
                </a:solidFill>
                <a:latin typeface="Segoe UI"/>
              </a:rPr>
              <a:t>decisions
</a:t>
            </a:r>
            <a:r>
              <a:rPr lang="en-US" sz="1500" b="0">
                <a:solidFill>
                  <a:srgbClr val="C6D3DF"/>
                </a:solidFill>
                <a:latin typeface="Segoe UI"/>
              </a:rPr>
              <a:t>Reduced caregiver burden</a:t>
            </a:r>
            <a:endParaRPr sz="1500" b="0">
              <a:solidFill>
                <a:srgbClr val="C6D3DF"/>
              </a:solidFill>
              <a:latin typeface="Segoe UI"/>
            </a:endParaRPr>
          </a:p>
        </p:txBody>
      </p:sp>
      <p:sp>
        <p:nvSpPr>
          <p:cNvPr id="14" name="Rounded Rectangle 13"/>
          <p:cNvSpPr/>
          <p:nvPr/>
        </p:nvSpPr>
        <p:spPr>
          <a:xfrm>
            <a:off x="7498079" y="2148839"/>
            <a:ext cx="2743200" cy="2996398"/>
          </a:xfrm>
          <a:prstGeom prst="roundRect">
            <a:avLst/>
          </a:prstGeom>
          <a:solidFill>
            <a:srgbClr val="18354F"/>
          </a:solidFill>
          <a:ln w="17780">
            <a:solidFill>
              <a:srgbClr val="649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485631" y="2423160"/>
            <a:ext cx="749808" cy="749808"/>
          </a:xfrm>
          <a:prstGeom prst="ellipse">
            <a:avLst/>
          </a:prstGeom>
          <a:solidFill>
            <a:srgbClr val="00B7C3"/>
          </a:solidFill>
          <a:ln>
            <a:solidFill>
              <a:srgbClr val="00B7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85631" y="2460650"/>
            <a:ext cx="749808" cy="599846"/>
          </a:xfrm>
          <a:prstGeom prst="rect">
            <a:avLst/>
          </a:prstGeom>
          <a:noFill/>
        </p:spPr>
        <p:txBody>
          <a:bodyPr wrap="square" lIns="73152" tIns="73152" rIns="73152" bIns="73152" anchor="ctr">
            <a:spAutoFit/>
          </a:bodyPr>
          <a:lstStyle/>
          <a:p>
            <a:pPr algn="ctr"/>
            <a:r>
              <a:rPr sz="1600" b="1">
                <a:solidFill>
                  <a:srgbClr val="FFFFFF"/>
                </a:solidFill>
                <a:latin typeface="Segoe UI Semibold"/>
              </a:rPr>
              <a:t>RD</a:t>
            </a:r>
          </a:p>
        </p:txBody>
      </p:sp>
      <p:sp>
        <p:nvSpPr>
          <p:cNvPr id="17" name="TextBox 16"/>
          <p:cNvSpPr txBox="1"/>
          <p:nvPr/>
        </p:nvSpPr>
        <p:spPr>
          <a:xfrm>
            <a:off x="7726679" y="3337560"/>
            <a:ext cx="2286000" cy="320040"/>
          </a:xfrm>
          <a:prstGeom prst="rect">
            <a:avLst/>
          </a:prstGeom>
          <a:noFill/>
        </p:spPr>
        <p:txBody>
          <a:bodyPr wrap="square" lIns="73152" tIns="73152" rIns="73152" bIns="73152" anchor="t">
            <a:spAutoFit/>
          </a:bodyPr>
          <a:lstStyle/>
          <a:p>
            <a:pPr algn="ctr"/>
            <a:r>
              <a:rPr sz="2200" b="1">
                <a:solidFill>
                  <a:srgbClr val="FFFFFF"/>
                </a:solidFill>
                <a:latin typeface="Segoe UI Semibold"/>
              </a:rPr>
              <a:t>Respectful Design</a:t>
            </a:r>
          </a:p>
        </p:txBody>
      </p:sp>
      <p:sp>
        <p:nvSpPr>
          <p:cNvPr id="18" name="TextBox 17"/>
          <p:cNvSpPr txBox="1"/>
          <p:nvPr/>
        </p:nvSpPr>
        <p:spPr>
          <a:xfrm>
            <a:off x="7772399" y="4074175"/>
            <a:ext cx="2194560" cy="840230"/>
          </a:xfrm>
          <a:prstGeom prst="rect">
            <a:avLst/>
          </a:prstGeom>
          <a:noFill/>
        </p:spPr>
        <p:txBody>
          <a:bodyPr wrap="square" lIns="73152" tIns="73152" rIns="73152" bIns="73152" anchor="t">
            <a:spAutoFit/>
          </a:bodyPr>
          <a:lstStyle/>
          <a:p>
            <a:pPr algn="ctr"/>
            <a:r>
              <a:rPr sz="1500" b="0" dirty="0">
                <a:solidFill>
                  <a:srgbClr val="C6D3DF"/>
                </a:solidFill>
                <a:latin typeface="Segoe UI"/>
              </a:rPr>
              <a:t>No intrusive </a:t>
            </a:r>
            <a:r>
              <a:rPr lang="en-US" sz="1500" b="0">
                <a:solidFill>
                  <a:srgbClr val="C6D3DF"/>
                </a:solidFill>
                <a:latin typeface="Segoe UI"/>
              </a:rPr>
              <a:t>surveillance
</a:t>
            </a:r>
            <a:r>
              <a:rPr sz="1500" b="0" dirty="0">
                <a:solidFill>
                  <a:srgbClr val="C6D3DF"/>
                </a:solidFill>
                <a:latin typeface="Segoe UI"/>
              </a:rPr>
              <a:t>Privacy-first</a:t>
            </a:r>
            <a:r>
              <a:rPr lang="en-US" sz="1500" b="0">
                <a:solidFill>
                  <a:srgbClr val="C6D3DF"/>
                </a:solidFill>
                <a:latin typeface="Segoe UI"/>
              </a:rPr>
              <a:t>, always</a:t>
            </a:r>
            <a:endParaRPr sz="1500" b="0" dirty="0">
              <a:solidFill>
                <a:srgbClr val="C6D3DF"/>
              </a:solidFill>
              <a:latin typeface="Segoe UI"/>
            </a:endParaRPr>
          </a:p>
        </p:txBody>
      </p:sp>
      <p:sp>
        <p:nvSpPr>
          <p:cNvPr id="19" name="Rounded Rectangle 18"/>
          <p:cNvSpPr/>
          <p:nvPr/>
        </p:nvSpPr>
        <p:spPr>
          <a:xfrm>
            <a:off x="1508760" y="5623560"/>
            <a:ext cx="9326880" cy="658368"/>
          </a:xfrm>
          <a:prstGeom prst="roundRect">
            <a:avLst/>
          </a:prstGeom>
          <a:solidFill>
            <a:srgbClr val="0078D4"/>
          </a:solidFill>
          <a:ln w="1524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783080" y="5751576"/>
            <a:ext cx="8778240" cy="517065"/>
          </a:xfrm>
          <a:prstGeom prst="rect">
            <a:avLst/>
          </a:prstGeom>
          <a:noFill/>
        </p:spPr>
        <p:txBody>
          <a:bodyPr wrap="square" lIns="73152" tIns="73152" rIns="73152" bIns="73152" anchor="t">
            <a:spAutoFit/>
          </a:bodyPr>
          <a:lstStyle/>
          <a:p>
            <a:pPr algn="ctr"/>
            <a:r>
              <a:rPr sz="2400" b="1">
                <a:solidFill>
                  <a:srgbClr val="FFFFFF"/>
                </a:solidFill>
                <a:latin typeface="Segoe UI Semibold"/>
              </a:rPr>
              <a:t>We see patterns</a:t>
            </a:r>
            <a:r>
              <a:rPr lang="en-US" sz="2400" b="1">
                <a:solidFill>
                  <a:srgbClr val="FFFFFF"/>
                </a:solidFill>
                <a:latin typeface="Segoe UI Semibold"/>
              </a:rPr>
              <a:t> </a:t>
            </a:r>
            <a:r>
              <a:rPr sz="2400" b="1">
                <a:solidFill>
                  <a:srgbClr val="FFFFFF"/>
                </a:solidFill>
                <a:latin typeface="Segoe UI Semibold"/>
              </a:rPr>
              <a:t>—</a:t>
            </a:r>
            <a:r>
              <a:rPr lang="en-US" sz="2400" b="1">
                <a:solidFill>
                  <a:srgbClr val="FFFFFF"/>
                </a:solidFill>
                <a:latin typeface="Segoe UI Semibold"/>
              </a:rPr>
              <a:t> </a:t>
            </a:r>
            <a:r>
              <a:rPr sz="2400" b="1">
                <a:solidFill>
                  <a:srgbClr val="FFFFFF"/>
                </a:solidFill>
                <a:latin typeface="Segoe UI Semibold"/>
              </a:rPr>
              <a:t>not people.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itle"/>
          <p:cNvSpPr txBox="1"/>
          <p:nvPr/>
        </p:nvSpPr>
        <p:spPr>
          <a:xfrm>
            <a:off x="400000" y="80000"/>
            <a:ext cx="11400000" cy="500000"/>
          </a:xfrm>
          <a:prstGeom prst="rect">
            <a:avLst/>
          </a:prstGeom>
          <a:noFill/>
        </p:spPr>
        <p:txBody>
          <a:bodyPr wrap="square" lIns="36576" tIns="36576" rIns="36576" bIns="36576" anchor="t">
            <a:spAutoFit/>
          </a:bodyPr>
          <a:lstStyle/>
          <a:p>
            <a:pPr algn="ctr"/>
            <a:r>
              <a:rPr lang="en-US" sz="3200" b="1">
                <a:solidFill>
                  <a:srgbClr val="FFFFFF"/>
                </a:solidFill>
                <a:latin typeface="Trebuchet MS"/>
              </a:rPr>
              <a:t>LIVE DEMO</a:t>
            </a:r>
          </a:p>
        </p:txBody>
      </p:sp>
      <p:sp>
        <p:nvSpPr>
          <p:cNvPr id="3" name="LeftBg"/>
          <p:cNvSpPr/>
          <p:nvPr/>
        </p:nvSpPr>
        <p:spPr>
          <a:xfrm>
            <a:off x="200000" y="700000"/>
            <a:ext cx="3000000" cy="5200000"/>
          </a:xfrm>
          <a:prstGeom prst="roundRect">
            <a:avLst>
              <a:gd name="adj" fmla="val 3000"/>
            </a:avLst>
          </a:prstGeom>
          <a:solidFill>
            <a:srgbClr val="112A3A"/>
          </a:solidFill>
          <a:ln w="12700">
            <a:solidFill>
              <a:srgbClr val="1B6B93"/>
            </a:solidFill>
          </a:ln>
        </p:spPr>
        <p:txBody>
          <a:bodyPr rtlCol="0" anchor="ctr"/>
          <a:lstStyle/>
          <a:p>
            <a:pPr algn="ctr"/>
            <a:endParaRPr/>
          </a:p>
        </p:txBody>
      </p:sp>
      <p:sp>
        <p:nvSpPr>
          <p:cNvPr id="4" name="LeftTitle"/>
          <p:cNvSpPr txBox="1"/>
          <p:nvPr/>
        </p:nvSpPr>
        <p:spPr>
          <a:xfrm>
            <a:off x="300000" y="800000"/>
            <a:ext cx="2800000" cy="300000"/>
          </a:xfrm>
          <a:prstGeom prst="rect">
            <a:avLst/>
          </a:prstGeom>
          <a:noFill/>
        </p:spPr>
        <p:txBody>
          <a:bodyPr wrap="square" lIns="36576" tIns="36576" rIns="36576" bIns="36576" anchor="t">
            <a:spAutoFit/>
          </a:bodyPr>
          <a:lstStyle/>
          <a:p>
            <a:pPr algn="l"/>
            <a:r>
              <a:rPr lang="en-US" sz="1400" b="1">
                <a:solidFill>
                  <a:srgbClr val="4FC3F7"/>
                </a:solidFill>
                <a:latin typeface="Segoe UI"/>
              </a:rPr>
              <a:t>What You’ll See</a:t>
            </a:r>
          </a:p>
        </p:txBody>
      </p:sp>
      <p:sp>
        <p:nvSpPr>
          <p:cNvPr id="5" name="LeftBullets"/>
          <p:cNvSpPr txBox="1"/>
          <p:nvPr/>
        </p:nvSpPr>
        <p:spPr>
          <a:xfrm>
            <a:off x="330000" y="1150000"/>
            <a:ext cx="2750000" cy="4600000"/>
          </a:xfrm>
          <a:prstGeom prst="rect">
            <a:avLst/>
          </a:prstGeom>
          <a:noFill/>
        </p:spPr>
        <p:txBody>
          <a:bodyPr wrap="square" lIns="36576" tIns="36576" rIns="36576" bIns="36576" anchor="t">
            <a:spAutoFit/>
          </a:bodyPr>
          <a:lstStyle/>
          <a:p>
            <a:pPr marL="171450" indent="-171450" algn="l">
              <a:lnSpc>
                <a:spcPts val="1800"/>
              </a:lnSpc>
              <a:buClr>
                <a:srgbClr val="4FC3F7"/>
              </a:buClr>
              <a:buFont typeface="Arial"/>
              <a:buChar char="●"/>
            </a:pPr>
            <a:r>
              <a:rPr lang="en-US" sz="950">
                <a:solidFill>
                  <a:srgbClr val="E0E0E0"/>
                </a:solidFill>
                <a:latin typeface="Segoe UI"/>
              </a:rPr>
              <a:t>Edge vision detecting behavior (pose + motion)</a:t>
            </a:r>
          </a:p>
          <a:p>
            <a:pPr marL="171450" indent="-171450" algn="l">
              <a:lnSpc>
                <a:spcPts val="1800"/>
              </a:lnSpc>
              <a:buClr>
                <a:srgbClr val="4FC3F7"/>
              </a:buClr>
              <a:buFont typeface="Arial"/>
              <a:buChar char="●"/>
            </a:pPr>
            <a:r>
              <a:rPr lang="en-US" sz="950">
                <a:solidFill>
                  <a:srgbClr val="E0E0E0"/>
                </a:solidFill>
                <a:latin typeface="Segoe UI"/>
              </a:rPr>
              <a:t>Structured event generation (no raw video)</a:t>
            </a:r>
          </a:p>
          <a:p>
            <a:pPr marL="171450" indent="-171450" algn="l">
              <a:lnSpc>
                <a:spcPts val="1800"/>
              </a:lnSpc>
              <a:buClr>
                <a:srgbClr val="4FC3F7"/>
              </a:buClr>
              <a:buFont typeface="Arial"/>
              <a:buChar char="●"/>
            </a:pPr>
            <a:r>
              <a:rPr lang="en-US" sz="950">
                <a:solidFill>
                  <a:srgbClr val="E0E0E0"/>
                </a:solidFill>
                <a:latin typeface="Segoe UI"/>
              </a:rPr>
              <a:t>Behavioral Twin identifying deviations</a:t>
            </a:r>
          </a:p>
          <a:p>
            <a:pPr marL="171450" indent="-171450" algn="l">
              <a:lnSpc>
                <a:spcPts val="1800"/>
              </a:lnSpc>
              <a:buClr>
                <a:srgbClr val="4FC3F7"/>
              </a:buClr>
              <a:buFont typeface="Arial"/>
              <a:buChar char="●"/>
            </a:pPr>
            <a:r>
              <a:rPr lang="en-US" sz="950">
                <a:solidFill>
                  <a:srgbClr val="E0E0E0"/>
                </a:solidFill>
                <a:latin typeface="Segoe UI"/>
              </a:rPr>
              <a:t>Intent Engine reasoning about risk</a:t>
            </a:r>
          </a:p>
          <a:p>
            <a:pPr marL="171450" indent="-171450" algn="l">
              <a:lnSpc>
                <a:spcPts val="1800"/>
              </a:lnSpc>
              <a:buClr>
                <a:srgbClr val="4FC3F7"/>
              </a:buClr>
              <a:buFont typeface="Arial"/>
              <a:buChar char="●"/>
            </a:pPr>
            <a:r>
              <a:rPr lang="en-US" sz="950">
                <a:solidFill>
                  <a:srgbClr val="E0E0E0"/>
                </a:solidFill>
                <a:latin typeface="Segoe UI"/>
              </a:rPr>
              <a:t>Real-time classification:</a:t>
            </a:r>
          </a:p>
          <a:p>
            <a:pPr marL="342900" indent="-171450" algn="l">
              <a:lnSpc>
                <a:spcPts val="1600"/>
              </a:lnSpc>
              <a:buClr>
                <a:srgbClr val="26A69A"/>
              </a:buClr>
              <a:buFont typeface="Arial"/>
              <a:buChar char="–"/>
            </a:pPr>
            <a:r>
              <a:rPr lang="en-US" sz="850" b="1">
                <a:solidFill>
                  <a:srgbClr val="26A69A"/>
                </a:solidFill>
                <a:latin typeface="Segoe UI"/>
              </a:rPr>
              <a:t>NORMAL</a:t>
            </a:r>
          </a:p>
          <a:p>
            <a:pPr marL="342900" indent="-171450" algn="l">
              <a:lnSpc>
                <a:spcPts val="1600"/>
              </a:lnSpc>
              <a:buClr>
                <a:srgbClr val="FFB81C"/>
              </a:buClr>
              <a:buFont typeface="Arial"/>
              <a:buChar char="–"/>
            </a:pPr>
            <a:r>
              <a:rPr lang="en-US" sz="850" b="1">
                <a:solidFill>
                  <a:srgbClr val="FFB81C"/>
                </a:solidFill>
                <a:latin typeface="Segoe UI"/>
              </a:rPr>
              <a:t>ELEVATED_RISK</a:t>
            </a:r>
          </a:p>
          <a:p>
            <a:pPr marL="342900" indent="-171450" algn="l">
              <a:lnSpc>
                <a:spcPts val="1600"/>
              </a:lnSpc>
              <a:buClr>
                <a:srgbClr val="FF6B6B"/>
              </a:buClr>
              <a:buFont typeface="Arial"/>
              <a:buChar char="–"/>
            </a:pPr>
            <a:r>
              <a:rPr lang="en-US" sz="850" b="1">
                <a:solidFill>
                  <a:srgbClr val="FF6B6B"/>
                </a:solidFill>
                <a:latin typeface="Segoe UI"/>
              </a:rPr>
              <a:t>EMERGENCY</a:t>
            </a:r>
          </a:p>
          <a:p>
            <a:pPr marL="171450" indent="-171450" algn="l">
              <a:lnSpc>
                <a:spcPts val="1800"/>
              </a:lnSpc>
              <a:buClr>
                <a:srgbClr val="4FC3F7"/>
              </a:buClr>
              <a:buFont typeface="Arial"/>
              <a:buChar char="●"/>
            </a:pPr>
            <a:r>
              <a:rPr lang="en-US" sz="950">
                <a:solidFill>
                  <a:srgbClr val="E0E0E0"/>
                </a:solidFill>
                <a:latin typeface="Segoe UI"/>
              </a:rPr>
              <a:t>Alerting and caregiver notification</a:t>
            </a:r>
          </a:p>
        </p:txBody>
      </p:sp>
      <p:sp>
        <p:nvSpPr>
          <p:cNvPr id="6" name="VideoLabel"/>
          <p:cNvSpPr txBox="1"/>
          <p:nvPr/>
        </p:nvSpPr>
        <p:spPr>
          <a:xfrm>
            <a:off x="3500000" y="750000"/>
            <a:ext cx="5200000" cy="350000"/>
          </a:xfrm>
          <a:prstGeom prst="rect">
            <a:avLst/>
          </a:prstGeom>
          <a:noFill/>
        </p:spPr>
        <p:txBody>
          <a:bodyPr wrap="square" lIns="36576" tIns="36576" rIns="36576" bIns="36576" anchor="t">
            <a:spAutoFit/>
          </a:bodyPr>
          <a:lstStyle/>
          <a:p>
            <a:pPr algn="ctr"/>
            <a:r>
              <a:rPr lang="en-US" sz="1600" b="1" i="1">
                <a:solidFill>
                  <a:srgbClr val="4FC3F7"/>
                </a:solidFill>
                <a:latin typeface="Segoe UI"/>
              </a:rPr>
              <a:t>End-to-End System in Action</a:t>
            </a:r>
          </a:p>
        </p:txBody>
      </p:sp>
      <p:sp>
        <p:nvSpPr>
          <p:cNvPr id="7" name="VideoFrame"/>
          <p:cNvSpPr/>
          <p:nvPr/>
        </p:nvSpPr>
        <p:spPr>
          <a:xfrm>
            <a:off x="3500000" y="1200000"/>
            <a:ext cx="5200000" cy="4500000"/>
          </a:xfrm>
          <a:prstGeom prst="roundRect">
            <a:avLst>
              <a:gd name="adj" fmla="val 2000"/>
            </a:avLst>
          </a:prstGeom>
          <a:solidFill>
            <a:srgbClr val="080F1A"/>
          </a:solidFill>
          <a:ln w="19050" cap="rnd">
            <a:solidFill>
              <a:srgbClr val="1B6B93"/>
            </a:solidFill>
            <a:prstDash val="dash"/>
          </a:ln>
        </p:spPr>
        <p:txBody>
          <a:bodyPr rtlCol="0" anchor="ctr"/>
          <a:lstStyle/>
          <a:p>
            <a:pPr algn="ctr"/>
            <a:endParaRPr/>
          </a:p>
        </p:txBody>
      </p:sp>
      <p:sp>
        <p:nvSpPr>
          <p:cNvPr id="9" name="RightBg"/>
          <p:cNvSpPr/>
          <p:nvPr/>
        </p:nvSpPr>
        <p:spPr>
          <a:xfrm>
            <a:off x="9000000" y="700000"/>
            <a:ext cx="2990000" cy="5200000"/>
          </a:xfrm>
          <a:prstGeom prst="roundRect">
            <a:avLst>
              <a:gd name="adj" fmla="val 3000"/>
            </a:avLst>
          </a:prstGeom>
          <a:solidFill>
            <a:srgbClr val="112A3A"/>
          </a:solidFill>
          <a:ln w="12700">
            <a:solidFill>
              <a:srgbClr val="1B6B93"/>
            </a:solidFill>
          </a:ln>
        </p:spPr>
        <p:txBody>
          <a:bodyPr rtlCol="0" anchor="ctr"/>
          <a:lstStyle/>
          <a:p>
            <a:pPr algn="ctr"/>
            <a:endParaRPr/>
          </a:p>
        </p:txBody>
      </p:sp>
      <p:sp>
        <p:nvSpPr>
          <p:cNvPr id="10" name="RightTitle"/>
          <p:cNvSpPr txBox="1"/>
          <p:nvPr/>
        </p:nvSpPr>
        <p:spPr>
          <a:xfrm>
            <a:off x="9100000" y="800000"/>
            <a:ext cx="2790000" cy="340000"/>
          </a:xfrm>
          <a:prstGeom prst="rect">
            <a:avLst/>
          </a:prstGeom>
          <a:noFill/>
        </p:spPr>
        <p:txBody>
          <a:bodyPr wrap="square" lIns="36576" tIns="36576" rIns="36576" bIns="36576" anchor="t">
            <a:spAutoFit/>
          </a:bodyPr>
          <a:lstStyle/>
          <a:p>
            <a:pPr algn="l"/>
            <a:r>
              <a:rPr lang="en-US" sz="1400" b="1">
                <a:solidFill>
                  <a:srgbClr val="4FC3F7"/>
                </a:solidFill>
                <a:latin typeface="Segoe UI"/>
              </a:rPr>
              <a:t>What Makes This Different</a:t>
            </a:r>
          </a:p>
        </p:txBody>
      </p:sp>
      <p:sp>
        <p:nvSpPr>
          <p:cNvPr id="11" name="RightBullets"/>
          <p:cNvSpPr txBox="1"/>
          <p:nvPr/>
        </p:nvSpPr>
        <p:spPr>
          <a:xfrm>
            <a:off x="9130000" y="1200000"/>
            <a:ext cx="2750000" cy="4500000"/>
          </a:xfrm>
          <a:prstGeom prst="rect">
            <a:avLst/>
          </a:prstGeom>
          <a:noFill/>
        </p:spPr>
        <p:txBody>
          <a:bodyPr wrap="square" lIns="36576" tIns="36576" rIns="36576" bIns="36576" anchor="t">
            <a:spAutoFit/>
          </a:bodyPr>
          <a:lstStyle/>
          <a:p>
            <a:pPr marL="171450" indent="-171450" algn="l">
              <a:lnSpc>
                <a:spcPts val="1800"/>
              </a:lnSpc>
              <a:buClr>
                <a:srgbClr val="26A69A"/>
              </a:buClr>
              <a:buFont typeface="Arial"/>
              <a:buChar char="●"/>
            </a:pPr>
            <a:r>
              <a:rPr lang="en-US" sz="950">
                <a:solidFill>
                  <a:srgbClr val="E0E0E0"/>
                </a:solidFill>
                <a:latin typeface="Segoe UI"/>
              </a:rPr>
              <a:t>Privacy-first (no video streaming)</a:t>
            </a:r>
          </a:p>
          <a:p>
            <a:pPr marL="171450" indent="-171450" algn="l">
              <a:lnSpc>
                <a:spcPts val="1800"/>
              </a:lnSpc>
              <a:buClr>
                <a:srgbClr val="26A69A"/>
              </a:buClr>
              <a:buFont typeface="Arial"/>
              <a:buChar char="●"/>
            </a:pPr>
            <a:r>
              <a:rPr lang="en-US" sz="950">
                <a:solidFill>
                  <a:srgbClr val="E0E0E0"/>
                </a:solidFill>
                <a:latin typeface="Segoe UI"/>
              </a:rPr>
              <a:t>Context-aware decision making</a:t>
            </a:r>
          </a:p>
          <a:p>
            <a:pPr marL="171450" indent="-171450" algn="l">
              <a:lnSpc>
                <a:spcPts val="1800"/>
              </a:lnSpc>
              <a:buClr>
                <a:srgbClr val="26A69A"/>
              </a:buClr>
              <a:buFont typeface="Arial"/>
              <a:buChar char="●"/>
            </a:pPr>
            <a:r>
              <a:rPr lang="en-US" sz="950">
                <a:solidFill>
                  <a:srgbClr val="E0E0E0"/>
                </a:solidFill>
                <a:latin typeface="Segoe UI"/>
              </a:rPr>
              <a:t>Intent, not just anomaly detection</a:t>
            </a:r>
          </a:p>
          <a:p>
            <a:pPr marL="171450" indent="-171450" algn="l">
              <a:lnSpc>
                <a:spcPts val="1800"/>
              </a:lnSpc>
              <a:buClr>
                <a:srgbClr val="26A69A"/>
              </a:buClr>
              <a:buFont typeface="Arial"/>
              <a:buChar char="●"/>
            </a:pPr>
            <a:r>
              <a:rPr lang="en-US" sz="950">
                <a:solidFill>
                  <a:srgbClr val="E0E0E0"/>
                </a:solidFill>
                <a:latin typeface="Segoe UI"/>
              </a:rPr>
              <a:t>Behavioral drift detection</a:t>
            </a:r>
          </a:p>
          <a:p>
            <a:pPr marL="171450" indent="-171450" algn="l">
              <a:lnSpc>
                <a:spcPts val="1800"/>
              </a:lnSpc>
              <a:buClr>
                <a:srgbClr val="26A69A"/>
              </a:buClr>
              <a:buFont typeface="Arial"/>
              <a:buChar char="●"/>
            </a:pPr>
            <a:r>
              <a:rPr lang="en-US" sz="950">
                <a:solidFill>
                  <a:srgbClr val="E0E0E0"/>
                </a:solidFill>
                <a:latin typeface="Segoe UI"/>
              </a:rPr>
              <a:t>Explainable AI outputs</a:t>
            </a:r>
          </a:p>
        </p:txBody>
      </p:sp>
      <p:sp>
        <p:nvSpPr>
          <p:cNvPr id="12" name="BannerBg"/>
          <p:cNvSpPr/>
          <p:nvPr/>
        </p:nvSpPr>
        <p:spPr>
          <a:xfrm>
            <a:off x="200000" y="6200000"/>
            <a:ext cx="11790000" cy="420000"/>
          </a:xfrm>
          <a:prstGeom prst="roundRect">
            <a:avLst>
              <a:gd name="adj" fmla="val 3000"/>
            </a:avLst>
          </a:prstGeom>
          <a:solidFill>
            <a:srgbClr val="00695C"/>
          </a:solidFill>
          <a:ln w="15240">
            <a:solidFill>
              <a:srgbClr val="00695C"/>
            </a:solidFill>
          </a:ln>
        </p:spPr>
        <p:txBody>
          <a:bodyPr rtlCol="0" anchor="ctr"/>
          <a:lstStyle/>
          <a:p>
            <a:pPr algn="ctr"/>
            <a:endParaRPr/>
          </a:p>
        </p:txBody>
      </p:sp>
      <p:sp>
        <p:nvSpPr>
          <p:cNvPr id="13" name="BannerText"/>
          <p:cNvSpPr txBox="1"/>
          <p:nvPr/>
        </p:nvSpPr>
        <p:spPr>
          <a:xfrm>
            <a:off x="300000" y="6200000"/>
            <a:ext cx="11590000" cy="420000"/>
          </a:xfrm>
          <a:prstGeom prst="rect">
            <a:avLst/>
          </a:prstGeom>
          <a:noFill/>
        </p:spPr>
        <p:txBody>
          <a:bodyPr wrap="square" lIns="36576" tIns="36576" rIns="36576" bIns="36576" anchor="ctr">
            <a:spAutoFit/>
          </a:bodyPr>
          <a:lstStyle/>
          <a:p>
            <a:pPr algn="ctr"/>
            <a:r>
              <a:rPr lang="en-US" sz="1300" b="1">
                <a:solidFill>
                  <a:srgbClr val="FFFFFF"/>
                </a:solidFill>
                <a:latin typeface="Segoe UI"/>
              </a:rPr>
              <a:t>From perception → behavior → intent → action</a:t>
            </a:r>
          </a:p>
        </p:txBody>
      </p:sp>
      <p:pic>
        <p:nvPicPr>
          <p:cNvPr id="14" name="Online Media 13" title="Autism Hackathon">
            <a:hlinkClick r:id="" action="ppaction://media"/>
            <a:extLst>
              <a:ext uri="{FF2B5EF4-FFF2-40B4-BE49-F238E27FC236}">
                <a16:creationId xmlns:a16="http://schemas.microsoft.com/office/drawing/2014/main" id="{4446FC28-22AA-00AB-D7B8-38BB4158818B}"/>
              </a:ext>
            </a:extLst>
          </p:cNvPr>
          <p:cNvPicPr>
            <a:picLocks noRot="1" noChangeAspect="1"/>
          </p:cNvPicPr>
          <p:nvPr>
            <a:videoFile r:link="rId1"/>
          </p:nvPr>
        </p:nvPicPr>
        <p:blipFill>
          <a:blip r:embed="rId4"/>
          <a:stretch>
            <a:fillRect/>
          </a:stretch>
        </p:blipFill>
        <p:spPr>
          <a:xfrm>
            <a:off x="3500000" y="1815576"/>
            <a:ext cx="5254597" cy="2968847"/>
          </a:xfrm>
          <a:prstGeom prst="rect">
            <a:avLst/>
          </a:prstGeom>
        </p:spPr>
      </p:pic>
      <p:pic>
        <p:nvPicPr>
          <p:cNvPr id="15" name="Picture 14" descr="The image displays a heart rate monitor with a reading of 88.0 beats per minute, a notification symbol, and various interface elements related to a camera in a room.">
            <a:extLst>
              <a:ext uri="{FF2B5EF4-FFF2-40B4-BE49-F238E27FC236}">
                <a16:creationId xmlns:a16="http://schemas.microsoft.com/office/drawing/2014/main" id="{F8D9D076-2D8F-D202-C258-1DB7D6A32E2A}"/>
              </a:ext>
            </a:extLst>
          </p:cNvPr>
          <p:cNvPicPr>
            <a:picLocks noChangeAspect="1"/>
          </p:cNvPicPr>
          <p:nvPr/>
        </p:nvPicPr>
        <p:blipFill>
          <a:blip r:embed="rId5"/>
          <a:stretch>
            <a:fillRect/>
          </a:stretch>
        </p:blipFill>
        <p:spPr>
          <a:xfrm>
            <a:off x="503650" y="3408847"/>
            <a:ext cx="2416323" cy="2391153"/>
          </a:xfrm>
          <a:prstGeom prst="rect">
            <a:avLst/>
          </a:prstGeom>
        </p:spPr>
      </p:pic>
      <p:pic>
        <p:nvPicPr>
          <p:cNvPr id="17" name="Picture 16" descr="The image displays a health monitoring dashboard with various vital signs and statistics, including heart rate, blood pressure, respiratory rate, and activity levels, for a single individual.&#10;&#10;AI-generated content may be incorrect.">
            <a:extLst>
              <a:ext uri="{FF2B5EF4-FFF2-40B4-BE49-F238E27FC236}">
                <a16:creationId xmlns:a16="http://schemas.microsoft.com/office/drawing/2014/main" id="{BB6B98D0-D09F-9D87-B9E4-E18CD0BC9226}"/>
              </a:ext>
            </a:extLst>
          </p:cNvPr>
          <p:cNvPicPr>
            <a:picLocks noChangeAspect="1"/>
          </p:cNvPicPr>
          <p:nvPr/>
        </p:nvPicPr>
        <p:blipFill>
          <a:blip r:embed="rId6"/>
          <a:stretch>
            <a:fillRect/>
          </a:stretch>
        </p:blipFill>
        <p:spPr>
          <a:xfrm>
            <a:off x="9100000" y="3512910"/>
            <a:ext cx="2790000" cy="21870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286</TotalTime>
  <Words>2166</Words>
  <Application>Microsoft Office PowerPoint</Application>
  <PresentationFormat>Widescreen</PresentationFormat>
  <Paragraphs>266</Paragraphs>
  <Slides>13</Slides>
  <Notes>13</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Calibri</vt:lpstr>
      <vt:lpstr>Consolas</vt:lpstr>
      <vt:lpstr>Segoe UI</vt:lpstr>
      <vt:lpstr>Segoe UI Semibold</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Nicholas O'Neil</dc:creator>
  <cp:keywords/>
  <dc:description>generated using python-pptx</dc:description>
  <cp:lastModifiedBy>Nicholas O'Neil</cp:lastModifiedBy>
  <cp:revision>3</cp:revision>
  <dcterms:created xsi:type="dcterms:W3CDTF">2013-01-27T09:14:16Z</dcterms:created>
  <dcterms:modified xsi:type="dcterms:W3CDTF">2026-05-21T20:34:00Z</dcterms:modified>
  <cp:category/>
</cp:coreProperties>
</file>